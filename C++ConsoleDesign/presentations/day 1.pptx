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29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6029,'-1'5'7836,"1"-1"-7737,1 1 1,-1-1 0,1 1 0,0-1 0,1 1-1,-1-1 1,3 6 0,9 27 90,10 51-3437,-21-84 1650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29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3800,'0'0'1169,"4"-4"-756,10-11 47,-10 11 417,3 1-493,7-3 66,1 1 0,18-4 1,-27 8-375,-1 0 0,1 0 1,-1 0-1,1 1 0,0 0 1,-1 0-1,1 0 0,-1 1 1,1 0-1,0 0 0,8 3 1,-8 0-46,0-1 0,0 1 1,-1 0-1,1 0 0,-1 1 1,1 0-1,-2 0 1,1 0-1,0 0 0,-1 1 1,0 0-1,0 0 0,-1 0 1,5 10-1,-7-13-17,1 0 0,-1 0 0,0 0 1,0 1-1,0-1 0,0 0 0,0 1 0,-1-1 0,0 1 0,1-1 0,-1 1 0,-1-1 1,1 1-1,0-1 0,-1 1 0,0-1 0,0 0 0,0 1 0,0-1 0,0 0 0,-1 0 1,1 0-1,-1 1 0,0-2 0,0 1 0,0 0 0,0 0 0,0-1 0,-1 1 0,-3 2 1,2-2-65,-8 6 132,0 0 1,-1-2 0,0 1-1,-14 5 1,25-12-175,-1 0 1,0 1-1,1-2 0,-1 1 1,0 0-1,0 0 1,0-1-1,0 0 1,0 0-1,1 1 0,-1-2 1,0 1-1,0 0 1,0 0-1,0-1 1,0 0-1,1 0 0,-1 1 1,0-2-1,0 1 1,1 0-1,-1 0 1,1-1-1,-1 1 0,1-1 1,0 0-1,-4-4 1,1 0-849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30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68 4176,'0'0'3935,"-3"-2"-3705,1 1-201,0 0 20,0 0 0,0 0 0,-1 0 1,1 0-1,0 1 0,0-1 0,0 1 0,-1-1 0,1 1 0,0 0 0,0 0 1,-1 0-1,1 0 0,0 0 0,0 1 0,-1-1 0,1 1 0,0-1 0,0 1 1,0 0-1,-4 2 0,-25 12 112,31-15-156,-1 1-1,1-1 1,-1 0 0,1 0-1,-1 0 1,1 0 0,0 1-1,-1-1 1,1 0-1,-1 0 1,1 1 0,0-1-1,-1 0 1,1 0-1,0 1 1,-1-1 0,1 1-1,0-1 1,0 0 0,-1 1-1,1-1 1,0 1-1,0-1 1,0 0 0,0 1-1,-1-1 1,1 1 0,0 5 8,-1 0 0,1 0 0,0 0 0,1-1 0,-1 1 1,1 0-1,0 0 0,4 10 0,-5-15-9,0-1 1,0 0-1,0 1 0,0-1 1,0 0-1,0 1 0,0-1 0,0 0 1,0 1-1,1-1 0,-1 0 0,0 0 1,0 1-1,0-1 0,0 0 0,0 1 1,1-1-1,-1 0 0,0 0 0,0 1 1,1-1-1,-1 0 0,0 0 0,0 0 1,1 1-1,-1-1 0,0 0 1,0 0-1,1 0 0,-1 0 0,0 0 1,1 0-1,-1 1 0,0-1 0,1 0 1,3 0 5,-1 0 0,1 0 0,-1 0 0,1-1 0,-1 1 1,1-1-1,-1 0 0,1 0 0,-1 0 0,0 0 0,1 0 1,-1-1-1,0 0 0,0 1 0,0-1 0,0 0 0,0-1 1,-1 1-1,1 0 0,-1-1 0,1 0 0,-1 1 0,0-1 1,0 0-1,0 0 0,0 0 0,1-4 0,0 1 369,-3 3-119,0-6-108,1 14-64,-1-3-68,0 0-1,1-1 0,-1 1 1,1 0-1,-1-1 0,1 1 1,0 0-1,0-1 1,0 1-1,0-1 0,0 1 1,0-1-1,0 0 0,2 2 1,18 15 58,-21-18-73,0 0-1,0 1 0,0-1 0,1 0 0,-1 0 1,0 1-1,1-1 0,-1 0 0,0 0 0,0 0 1,1 1-1,-1-1 0,0 0 0,1 0 0,-1 0 1,1 0-1,-1 0 0,0 1 0,1-1 0,-1 0 1,0 0-1,1 0 0,-1 0 0,1 0 0,-1 0 1,1-1-1,3 1-1,-1-1 0,1 0 0,0 0 0,-1-1 0,1 1 0,-1-1 0,1 0 0,-1 0 0,0 0 0,0 0 0,0 0 0,0-1 0,0 1 0,0-1 0,-1 0 0,1 0 0,-1 0 0,3-5 0,-1 1-3,0 1-1,-1-1 0,0 0 0,-1 0 0,0 0 0,0 0 0,0-1 1,1-10-1,-3 12 854,0 1-681,-1-11-66,0 31-82,3 37 4,-2-44 3,1 0 0,1 0 1,0 0-1,0 0 1,0 0-1,1 0 0,0 0 1,1-1-1,5 11 1,-7-17-11,0 0 1,-1 0-1,1 0 1,0 1-1,-1-2 1,1 1-1,0 0 1,0 0-1,0 0 1,0-1-1,0 1 1,0-1-1,4 1 0,17 5-1817,-20-5 749,-1-1-224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31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3616,'3'2'163,"-1"-1"-1,1 0 0,0 0 1,-1 0-1,1 0 0,0 0 1,0-1-1,0 1 1,-1-1-1,1 1 0,0-1 1,0 0-1,3-1 0,42-7 751,-9 2-1152,-18 4-567,-14 3 145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31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2760,'2'3'166,"1"-1"-1,-1 0 1,1-1-1,-1 1 1,1 0-1,-1-1 1,1 1-1,0-1 1,0 0-1,0 0 1,0 0-1,0-1 1,0 1-1,0 0 1,0-1-1,0 0 1,0 0-1,0 0 1,0 0-1,5-1 0,-3 0-133,1 0 0,-1 0 0,1 0 0,-1 0 0,0-1 0,0 0 0,0 0-1,0-1 1,0 1 0,0-1 0,4-4 0,-8 7-25,0-1 0,0 1-1,-1-1 1,1 1 0,0-1 0,0 0 0,-1 1 0,1-1 0,-1 0-1,1 1 1,0-1 0,-1 0 0,0 0 0,1 0 0,-1 1-1,1-1 1,-1 0 0,0 0 0,0 0 0,1 0 0,-1 0 0,0 0-1,0 0 1,0 0 0,0 0 0,0 1 0,0-1 0,0 0-1,0 0 1,-1 0 0,1 0 0,0 0 0,0 0 0,-1 0 0,1 0-1,-1 1 1,1-1 0,-1 0 0,1 0 0,-1 1 0,1-1-1,-1 0 1,0 0 0,1 1 0,-1-1 0,0 1 0,-1-2 0,-1 0 13,0 0 0,-1 1 1,1-1-1,0 1 0,-1-1 1,0 1-1,1 0 1,-1 0-1,1 1 0,-7-1 1,6 1-14,1 0 1,0 0-1,-1 0 1,1 1-1,-1-1 1,1 1-1,0 0 1,0 0-1,-1 0 1,1 0-1,0 1 1,0-1 0,0 1-1,0 0 1,1 0-1,-1 0 1,0 0-1,1 1 1,0-1-1,-1 1 1,1-1-1,0 1 1,0 0-1,0 0 1,1 0-1,-1 0 1,1 0-1,-1 0 1,1 0 0,0 0-1,0 1 1,1-1-1,-1 0 1,1 1-1,-1-1 1,1 1-1,0-1 1,1 0-1,-1 1 1,2 5-1,-2-6 56,1 0-1,0-1 1,1 1-1,-1 0 0,0-1 1,1 1-1,0-1 1,-1 1-1,1-1 1,0 0-1,0 1 0,0-1 1,1 0-1,-1 0 1,0-1-1,1 1 0,-1 0 1,1-1-1,0 0 1,-1 0-1,1 1 1,0-1-1,0-1 0,0 1 1,0 0-1,-1-1 1,5 1-1,0-1-75,0 1 0,0-1 0,0-1 0,0 1 0,0-1 0,-1 0 0,1-1 0,0 0 0,0 0 0,-1 0 0,7-4 0,-7 3-761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32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12 4440,'-7'-6'469,"0"0"1624,19 9-1641,-2 3-1346,-6-5 227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32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5 5941,'-2'-1'220,"0"2"112,0 0 144,1-1 60,-1 1 560,1 0-584,2-2 24,-1 1-224,1 0-96,1 1-112,0-3-116,-1 1-124,2 0-204,0-2-168,0 3-348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34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50 4616,'-1'-1'82,"1"1"-1,-1 0 0,1 0 1,0 0-1,-1 0 0,1 0 1,-1 0-1,1-1 0,0 1 1,-1 0-1,1 0 0,-1-1 1,1 1-1,0 0 0,-1-1 1,1 1-1,0 0 0,0-1 1,-1 1-1,1 0 0,0-1 1,0 1-1,-1-1 0,1 1 1,0 0-1,0-1 0,0 1 1,0-1-1,0 1 0,0-1 1,-1 1-1,1-1 0,0 0 0,1 0-23,-1 0-1,1 0 0,0 0 0,-1 0 0,1 0 0,0 0 0,0 0 0,-1 0 1,1 0-1,0 0 0,0 0 0,1-1 0,3-1-52,-1 0-1,1 1 1,-1-1-1,1 1 1,8-4-1,-8 5-34,0 0-1,0 0 0,0 0 1,-1 1-1,1 0 0,0 0 0,0 0 1,9 1-1,-13 0 32,0-1 1,1 1-1,-1-1 0,0 1 0,0-1 1,0 1-1,1 0 0,-1-1 0,0 1 1,0 0-1,0 0 0,0 0 1,0 0-1,-1 0 0,1 0 0,0 0 1,0 0-1,-1 1 0,1-1 0,0 0 1,-1 0-1,1 1 0,-1-1 1,0 0-1,1 1 0,-1-1 0,0 0 1,0 1-1,0-1 0,0 0 0,0 1 1,0-1-1,0 0 0,-1 1 1,1-1-1,0 0 0,-1 2 0,0 0 38,0 0 0,0-1-1,0 1 1,0 0-1,0-1 1,-1 1-1,1-1 1,-1 1 0,0-1-1,0 0 1,0 0-1,0 0 1,0 0 0,0 0-1,0 0 1,-1 0-1,1-1 1,-1 1 0,1-1-1,-1 0 1,0 1-1,1-1 1,-4 0-1,1 1 616,10-1-516,17 3-209,-19-3 68,0 1 0,0 0 0,0 0 0,0 0 1,-1 0-1,1 0 0,0 1 0,-1-1 0,0 1 1,0 0-1,1 0 0,-2-1 0,1 1 1,2 6-1,-3-8 10,-1 1 1,0-1-1,1 1 1,-1-1-1,0 1 1,0-1-1,0 1 0,0-1 1,-1 1-1,1-1 1,0 1-1,-1-1 1,1 1-1,0-1 1,-1 0-1,0 1 1,1-1-1,-1 0 1,0 1-1,0-1 0,0 0 1,0 0-1,0 0 1,0 0-1,0 0 1,0 0-1,0 0 1,0 0-1,-1 0 1,1 0-1,0-1 0,-1 1 1,1 0-1,-3 0 1,0 0 72,1 0 0,0 0 0,-1 0 0,1 0 0,-1-1 0,1 0 0,0 0 0,-1 0 0,1 0 0,-1 0 0,1 0 0,-1-1 0,-5-1 0,7 1-87,0 1 1,0-1 0,0 0-1,0 0 1,0 0-1,0 0 1,0 0 0,0 0-1,0-1 1,0 1-1,1 0 1,-1-1-1,1 0 1,-1 1 0,1-1-1,-1 0 1,1 0-1,0 1 1,0-1-1,0 0 1,-2-4 0,4 2-1348,1 1 309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34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44 3616,'-3'3'192,"0"-1"-1,1 1 1,-1 0-1,1 0 1,0 1-1,0-1 1,0 0-1,0 1 1,1-1-1,-1 1 1,1 0-1,0-1 1,0 1-1,0 0 1,0 5-1,1-6-176,0 0 1,1 1-1,-1-1 0,1 0 0,0 0 0,-1-1 0,1 1 0,1 0 0,-1 0 0,0 0 0,1 0 0,-1-1 0,1 1 0,0-1 0,0 1 0,0-1 0,0 0 0,0 0 1,1 0-1,2 2 0,-1-1 30,-1-2 1,1 1 0,0 0 0,0-1-1,0 0 1,0 0 0,-1 0 0,1 0-1,1-1 1,-1 1 0,0-1 0,0 0-1,0-1 1,0 1 0,0 0 0,0-1-1,0 0 1,0 0 0,-1 0 0,1-1-1,0 1 1,0-1 0,-1 0 0,1 0-1,-1 0 1,0-1 0,1 1 0,-1-1-1,0 1 1,0-1 0,-1 0 0,1 0-1,3-6 1,-4 6-43,-1-1 0,0 1 0,0 0 0,0 0 1,0 0-1,-1-1 0,1 1 0,-1 0 0,0-1 0,0 1 0,0-1 0,0 1 0,-1 0 0,1-1 0,-1 1 1,0 0-1,0 0 0,0 0 0,0 0 0,-1-1 0,1 1 0,-1 1 0,-2-5 0,1 3-25,0 0 0,0 0 0,-1 0 0,1 0 0,-1 1 0,0-1 0,0 1-1,0 0 1,-1 0 0,1 1 0,0-1 0,-1 1 0,0 0 0,-9-3 0,12 5 31,-1 0 0,1 0 0,0 0 0,0 0 0,0 1 0,0-1 0,0 0 0,0 1 0,-1 0 0,1-1 0,0 1 0,1 0 0,-1 0 0,0 0 0,0 1 0,0-1 0,0 0 0,1 0 0,-1 1 0,1-1-1,-1 1 1,-1 2 0,2-3-62,0 0 0,0 1 0,0-1 0,0 0 0,0 1-1,0-1 1,1 1 0,-1-1 0,0 1 0,1-1-1,-1 1 1,1-1 0,0 1 0,-1 0 0,1-1 0,0 1-1,0-1 1,0 1 0,0 0 0,0-1 0,1 1-1,-1 0 1,0-1 0,1 1 0,-1-1 0,1 1 0,-1-1-1,1 1 1,1 1 0,3 1-812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35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4260,'-7'39'1560,"-34"148"1333,36-166-2816,3-16-170,0-1 0,1 1 0,0 0 0,0 0-1,1-1 1,-1 1 0,1 6 0,1-9-555,0-2-248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35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3240,'-6'38'2667,"7"-16"2955,4 90-5878,-4-108-1177,1-2 330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35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 3712,'-1'4'283,"0"0"0,0 1 0,0-1 0,0 0 0,-1 0-1,-3 7 1,-6 17 708,8-14-982,0-1-1,2 1 1,-1 0 0,2 0 0,0-1 0,0 1 0,1 0 0,1 0 0,4 14 0,-4-22-708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36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183 0 5589,'-5'1'520,"0"0"1,0 0 0,0 0 0,0 1 0,0-1-1,0 1 1,-9 5 0,-3 3-371,1 0-1,-1 1 1,2 1-1,-17 15 1,28-23-134,0 1 0,0-1 0,1 1 0,0-1 1,0 1-1,0 0 0,0 0 0,-2 8 0,4-10-4,0 0-1,0 0 1,1 0-1,-1 0 1,1 1 0,0-1-1,0 0 1,0 0 0,0 0-1,1 0 1,-1 0 0,1 0-1,0 0 1,0 0-1,0 0 1,2 5 0,0-6 19,-1 1 0,0 0 1,0-1-1,1 0 1,0 1-1,-1-1 1,1 0-1,0 0 0,0-1 1,0 1-1,0-1 1,0 1-1,0-1 0,1 0 1,-1 0-1,0 0 1,1-1-1,-1 1 1,1-1-1,-1 0 0,6 0 1,0 0-34,-1 0 1,1-1 0,-1 1-1,0-2 1,0 1-1,1-1 1,14-6 0,-10 0-1031,-8 4 159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37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4532,'10'15'4663,"-1"-13"-4521,0 0 0,1 0 0,-1-1 0,0-1 0,1 0-1,-1 0 1,11-2 0,67-14-126,-79 15 48,-8 1-72,1 0 0,-1 0 0,0 0 0,0 0 0,0 0-1,0 0 1,0 0 0,0 0 0,1 0 0,-1 0 0,0 0 0,0 0-1,0 0 1,0 0 0,0 0 0,0 0 0,1 0 0,-1 0 0,0 0-1,0 0 1,0 0 0,0 0 0,0 0 0,0 0 0,1 0-1,-1 0 1,0 0 0,0-1 0,0 1 0,0 0 0,0 0 0,0 0-1,0 0 1,0 0 0,0 0 0,1 0 0,-1 0 0,0-1 0,0 1-1,0 0 1,0 0 0,0 0 0,0 0 0,0 0 0,0 0 0,0 0-1,0-1 1,0 1 0,0 0 0,0 0 0,0 0 0,0 0 0,0 0-1,0-1 1,0 1 0,0 0 0,0 0 0,-1-4-2406,2 0 1239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37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 4712,'0'0'36,"-1"0"-1,1 0 1,0 0-1,0 0 0,-1 0 1,1 0-1,0 0 1,-1 0-1,1 0 0,0 0 1,0 1-1,-1-1 1,1 0-1,0 0 0,0 0 1,-1 0-1,1 1 1,0-1-1,0 0 1,0 0-1,-1 1 0,1-1 1,0 0-1,0 0 1,0 1-1,0-1 0,0 0 1,0 0-1,-1 1 1,1-1-1,0 0 0,0 1 1,0-1-1,0 0 1,0 1-1,0-1 0,0 0 1,0 0-1,0 1 1,0-1-1,1 1 0,-4 15 1467,-7 101-906,10-115-652,0 0-1,0 0 0,0 1 1,0-1-1,0 0 0,1 0 1,-1 1-1,0-1 0,1 0 1,0 0-1,-1 0 0,3 3 1,-2-3-656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37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4712,'0'1'72,"1"-1"-1,-1 1 0,0 0 0,1-1 1,-1 1-1,1 0 0,-1-1 0,1 1 0,0-1 1,-1 1-1,1-1 0,-1 1 0,1-1 1,0 0-1,-1 1 0,1-1 0,0 0 1,0 0-1,-1 1 0,1-1 0,0 0 0,0 0 1,-1 0-1,1 0 0,1 0 0,1 1 189,1 0-1,-1-1 0,0 1 0,1-1 0,-1 0 1,7 0-1,104-24 488,-107 23-784,-7 1 8,0 0 0,0-1 0,0 1 0,-1 0 0,1 0 0,0 0 1,0 0-1,0 0 0,0-1 0,0 1 0,0 0 0,0 0 0,0 0 0,0-1 0,0 1 1,0 0-1,-1 0 0,1 0 0,0 0 0,0-1 0,0 1 0,0 0 0,0 0 0,0 0 1,1-1-1,-1 1 0,0 0 0,0 0 0,0 0 0,0-1 0,0 1 0,0 0 0,0 0 0,0 0 1,0 0-1,0 0 0,1-1 0,-1 1 0,0 0 0,0 0 0,0 0 0,0 0 0,0 0 1,1 0-1,-1-1 0,0 1 0,0 0 0,0 0 0,0 0 0,1 0 0,-1 0 0,0 0 1,0 0-1,0 0 0,1 0 0,-1 0 0,0 0 0,0 0 0,0 0 0,1 0 0,-1 0 1,0 0-1,0-2-1471,-1 0 675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38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2 5589,'-18'-1'2296,"18"1"-2201,-1-1 0,1 1 0,0 0 0,-1 0 0,1 0 0,0 1 0,0-1 0,-1 0 0,1 0 0,0 0 1,-1 0-1,1 0 0,0 0 0,0 0 0,-1 0 0,1 1 0,0-1 0,0 0 0,-1 0 0,1 0 0,0 0 0,0 1 1,0-1-1,-1 0 0,1 0 0,0 1 0,0-1 0,0 0 0,0 0 0,-1 1 0,1-1 0,0 0 0,0 1 0,0-1 1,0 0-1,0 0 0,0 1 0,0-1 0,0 0 0,0 1 0,0-1 0,0 0 0,0 0 0,0 1 0,0-1 0,0 0 1,0 1-1,0-1 0,1 0 0,-1 1 0,-2 8-113,0 0 0,0-1-1,-7 16 1,5-12 45,-4 25 93,7-30-158,-1 1 0,1-1-1,-1 0 1,-1 1-1,-3 6 1,2 0-1102,4-10 131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38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4616,'-1'0'4,"0"1"-1,0-1 0,0 1 0,1 0 0,-1 0 0,0-1 0,0 1 1,1 0-1,-1 0 0,1 0 0,-1 0 0,1 0 0,-1 0 1,1 0-1,-1 0 0,1 0 0,0 0 0,-1 0 0,1 0 0,0 0 1,0 0-1,0 0 0,0 2 0,-4 41 130,3-29-90,-23 125 1237,16-106-1157,1 0 0,2 1 0,-2 68 0,7-98-710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39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88 4712,'8'-10'1380,"-8"9"-1316,0 1 0,1-1 0,-1 0 0,1 1-1,-1-1 1,1 0 0,-1 1 0,1-1 0,0 0 0,-1 1 0,1-1 0,0 1 0,-1-1-1,1 1 1,0 0 0,0-1 0,-1 1 0,1 0 0,0-1 0,0 1 0,0 0 0,-1 0 0,1 0-1,1 0 1,20-3-267,30 1 0,22-3 63,389-46 1381,-447 49-1192,-12 1-44,1 0 1,-1 0 0,1 1 0,-1 0 0,7 0-1,-14 8 30,0 0-1,1 0 0,0 1 0,0 8 0,-6 19 79,4-14-29,0 0-1,1 0 0,1 24 0,0-19-1,-5 37 1,-1-18 62,2-11 292,-19 64 0,13-82 638,3-5 183,8-12-1107,1 1 0,0-1-1,-1 0 1,1 1 0,0-1-1,-1 0 1,1 0 0,-1 1-1,1-1 1,-1 0 0,1 0 0,0 1-1,-1-1 1,1 0 0,-1 0-1,1 0 1,-1 0 0,1 0-1,-1 0 1,1 0 0,-1 0 0,1 0-1,-1 0 1,1 0 0,-1 0-1,1 0 1,-1 0 0,1 0-1,-1-1 1,1 1 0,0 0 0,-1 0-1,1-1 1,-1 1 0,0-1-1,-12-3 75,-4 1-56,0 1 1,1 0-1,-1 1 0,-25 2 1,-72 10-360,64-4 150,-52 11 177,71-11 91,-1-2 0,-55 4-1,64-7-122,19-1-83,1-1 1,-1 1 0,0-1 0,1 0 0,-1 0-1,1 0 1,-1 0 0,0-1 0,-5 0-1,10 1-18,-1 0-1,0 0 0,1-1 1,-1 1-1,1 0 0,-1 0 1,0 0-1,1 0 0,-1 0 1,0 0-1,1 0 0,-1-1 1,0 1-1,1 0 0,-1 0 1,0-1-1,1 1 0,-1 0 1,0 0-1,0-1 0,1 1 1,-1 0-1,0-1 0,0 1 1,0 0-1,1-1 0,-1 1 1,0 0-1,0-1 0,0 1 0,0 0 1,0-1-1,0 1 0,0-1 1,0 1-1,0 0 0,0-1 1,0 1-1,0 0 0,0-1 1,0 1-1,0-1 0,1-30 40,0 7-128,4 8 87,2-10-3013,-7 23 1460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40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34 3800,'-19'9'1119,"19"-9"-1083,-1 1-1,1-1 1,-1 0-1,1 0 1,0 0-1,-1 0 1,1 0-1,0 1 1,-1-1-1,1 0 1,0 0-1,-1 1 1,1-1-1,0 0 1,-1 1-1,1-1 1,0 0-1,0 0 1,-1 1-1,1-1 1,0 1-1,0-1 1,0 0-1,-1 1 1,1-1-1,0 0 1,0 1 0,0-1-1,0 1 1,0-1-1,0 1 1,0-1-1,0 0 1,0 1-1,0-1 1,0 1-1,0-1 1,0 0-1,0 1 1,1 0-1,0-1-20,-1 0-1,1 1 1,0-1-1,0 0 1,0 0-1,0 1 1,-1-1-1,1 0 1,0 0-1,0 0 1,0 0-1,0 0 1,0-1-1,0 1 1,-1 0-1,1 0 1,0 0-1,0-1 1,0 1-1,-1 0 1,1-1-1,0 1 1,0-1-1,-1 1 1,1-1-1,0 1 1,-1-1-1,2-1 1,-1 1-25,0 0 1,0 0 0,0 0 0,0 0-1,0-1 1,0 1 0,0 0-1,-1-1 1,1 1 0,0-1 0,-1 1-1,1-1 1,-1 1 0,0-1 0,1-1-1,-1 1 70,-1 1 0,1-1 0,-1 1-1,1 0 1,-1-1 0,0 1 0,1 0 0,-1-1-1,0 1 1,0 0 0,0 0 0,0 0-1,0 0 1,0 0 0,0 0 0,0 0 0,0 0-1,0 0 1,-1 1 0,1-1 0,0 0 0,-1 1-1,1-1 1,0 1 0,-1-1 0,1 1-1,-1 0 1,1-1 0,-1 1 0,1 0 0,0 0-1,-1 0 1,1 0 0,-1 1 0,1-1-1,-1 0 1,1 0 0,-1 1 0,1-1 0,0 1-1,-1-1 1,1 1 0,0 0 0,0 0 0,-1-1-1,1 1 1,-1 1 0,1-1-86,1 0 1,0 0 0,-1 0-1,1 0 1,0 0-1,0 0 1,-1 0 0,1 0-1,0 0 1,0 0 0,0 0-1,0 0 1,0 0-1,1 0 1,-1 0 0,0 0-1,0 0 1,1 0-1,-1 0 1,0 0 0,1 0-1,-1-1 1,1 1-1,-1 0 1,1 0 0,0 0-1,-1-1 1,1 1-1,0 0 1,-1 0 0,1-1-1,1 1 1,2 4-773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41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19 5589,'0'-2'-93,"-5"-12"2866,2 12-1240,1 9-1301,-2 16-240,2-9 64,0 0-1,-9 26 0,8-32-26,-1 2 4,1 0 0,-1 1 0,1 0 0,1 0-1,0 0 1,0 14 0,2-27 92,1-1 1,0 0-1,0 1 0,0-1 1,1 1-1,-1-1 1,1 1-1,-1 0 0,1 0 1,0-1-1,0 1 0,3-2 1,33-32-351,-27 28 369,-10 6-136,18-14 34,-19 16-49,1-1 0,-1 0 1,1 1-1,0-1 0,0 1 0,-1-1 0,1 1 1,0-1-1,0 1 0,0 0 0,-1-1 0,1 1 1,0 0-1,0-1 0,0 1 0,0 0 1,1 0-1,-1 2-10,-1 1 0,1-1 0,-1 1 0,0 0 0,0-1 0,0 1 0,-1-1 0,1 1 0,0-1 0,-1 1 0,0-1 0,-1 4 0,1-2 14,0 3 27,0-1 0,0 0 0,1 1 0,0 7 0,0-13-18,0 0 0,0 0 0,0 0 0,0 0 0,0 0 1,0 0-1,0 0 0,0 0 0,0 0 0,1 0 0,-1 0 0,0 0 0,1 0 0,-1 0 0,1 0 0,-1 0 0,1 0 0,0 0 0,-1-1 0,1 1 0,0 0 0,-1 0 0,1-1 0,0 1 0,0 0 0,0-1 0,0 1 0,0-1 1,0 1-1,-1-1 0,1 0 0,0 1 0,0-1 0,2 1 0,-1-2 94,-1 1 1,1-1 0,0 1-1,-1-1 1,1 0 0,-1 0-1,1 0 1,-1 0-1,1 0 1,-1 0 0,0 0-1,1 0 1,-1 0 0,2-3-1,19-23 400,-18 22-498,-2 1-163,1 1 1,-1-1-1,0 0 0,0 0 0,0 1 0,-1-1 1,1 0-1,-1 0 0,2-7 0,-2 6-1101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42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 5060,'-2'18'2041,"4"1"-1413,-1 0 1,-2 26-1,1-21-322,-2 12 196,-1-1 1,-2 0 0,-1 0 0,-17 52 0,1-1-263,22-84-266,-1 1-1,1-1 0,0 1 0,0 0 0,0-1 0,0 1 0,0-1 1,1 1-1,-1-1 0,1 1 0,-1-1 0,1 1 0,0-1 1,0 0-1,0 1 0,0-1 0,1 0 0,-1 0 0,1 0 0,-1 0 1,4 3-1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44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80 101 6873,'0'-1'20,"0"0"1,0 1 0,1-1-1,-1 0 1,0 0-1,0 0 1,1 0 0,-1 1-1,0-1 1,1 0 0,-1 0-1,1 1 1,-1-1 0,1 0-1,-1 1 1,1-1-1,-1 1 1,1-1 0,0 0-1,-1 1 1,2-1 0,24-9 1058,41 2 1256,-43 6-1925,452-38-458,-427 38-214,208-17-807,-201 15 1155,-45 32-292,-6-11 285,-1 0 0,-1 0 0,2 29 0,-3-33-55,0-4 9,-1 0 0,0 0-1,-1 0 1,0 9 0,-11 137 202,6-125-109,-31 68 104,33-90 376,0-3-393,-7 14-72,8-14 198,-14 16 4117,16-21-4373,0 1 1,0-1 0,-1 1 0,1-1 0,0 1-1,-1-1 1,1 1 0,0-1 0,-1 0 0,1 1 0,0-1-1,-1 0 1,1 1 0,-1-1 0,1 0 0,-1 0-1,1 1 1,-1-1 0,1 0 0,-1 0 0,1 0 0,-1 0-1,1 1 1,-1-1 0,1 0 0,-1 0 0,-1 0 0,-18 1 1703,17-1-2308,-118-2 383,113 2 326,-3 1-103,-167 9 80,-78 19 121,82-7-524,29-8-110,84-9-3660,58-5 2242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44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56 2580,'0'0'23,"0"0"1,-1 0-1,1 1 0,-1-1 0,1 0 0,0 0 0,-1 0 1,1 1-1,0-1 0,-1 0 0,1 1 0,0-1 0,-1 0 1,1 1-1,0-1 0,0 0 0,0 1 0,-1-1 1,1 0-1,0 1 0,0-1 0,0 1 0,0-1 0,-1 0 1,1 1-1,0-1 0,0 1 0,0-1 0,0 0 0,0 1 1,0-1-1,0 1 0,0-1 0,1 1 0,-1-1 0,0 0 1,0 1-1,0-1 0,0 1 0,0-1 0,1 0 1,-1 1-1,0-1 0,0 0 0,1 1 0,-1-1 0,0 0 1,0 1-1,1-1 0,-1 0 0,0 0 0,1 1 0,-1-1 1,1 0-1,-1 0 0,0 0 0,1 1 0,-1-1 0,1 0 1,-1 0-1,0 0 0,1 0 0,-1 0 0,1 0 1,-1 0-1,0 0 0,1 0 0,-1 0 0,1 0 0,1 0-14,-1 0 0,1 0 0,-1-1 0,1 1 0,-1 0 0,1-1 0,-1 1 0,1-1 0,-1 1 0,0-1 0,1 0 0,-1 1 0,0-1 0,0 0 0,1 0 0,-1 0 0,0 0 0,0 0 0,0 0 0,0 0-1,0-1 1,0 1 0,0 0 0,-1 0 0,1-1 0,0 1 0,-1 0 0,1-1 0,-1 1 0,1-3 0,-1 2 40,1 1 0,-1 0-1,0-1 1,0 1 0,1-1 0,-1 1 0,0 0-1,-1-1 1,1 1 0,0-1 0,0 1 0,0 0-1,-1-1 1,1 1 0,-1 0 0,1-1 0,-1 1-1,0 0 1,1 0 0,-1-1 0,0 1 0,0 0-1,0 0 1,0 0 0,0 0 0,0 0 0,0 0-1,0 0 1,0 1 0,0-1 0,0 0 0,-1 0-1,1 1 1,-2-1 0,-1 0 181,0 0-1,0 0 1,-1 0 0,1 1-1,0-1 1,0 1 0,-1 0-1,1 1 1,0-1 0,0 1-1,-1 0 1,1 0 0,0 0-1,-6 3 1,10-4-227,0 1 0,-1-1 0,1 0 0,0 1 0,0-1 1,0 1-1,0-1 0,0 0 0,0 1 0,0-1 0,0 1 0,0-1 0,0 1 1,0-1-1,0 0 0,0 1 0,0-1 0,0 1 0,0-1 0,0 0 0,0 1 1,1-1-1,-1 0 0,0 1 0,0-1 0,0 0 0,1 1 0,-1-1 0,0 0 1,1 1-1,-1-1 0,0 0 0,1 1 0,-1-1 0,0 0 0,1 0 0,-1 0 1,1 1-1,14 10-910,-15-11 883,6 3-911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45.2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6 4344,'-6'-2'755,"-1"1"0,1 0-1,-1 0 1,1 0 0,-1 1-1,0 0 1,-7 1 0,12 0-665,-1 0-1,0 0 1,1 0 0,0 0 0,-1 0 0,1 1 0,0-1 0,-1 1 0,1-1 0,0 1 0,0 0 0,0 0 0,1 0-1,-1 0 1,0 0 0,1 0 0,-1 1 0,1-1 0,0 0 0,0 1 0,-1 2 0,0-2-58,1 1 1,-1-1 0,1 0-1,0 1 1,1-1-1,-1 1 1,0-1-1,1 1 1,0-1 0,0 1-1,0-1 1,0 1-1,1-1 1,-1 1 0,1-1-1,0 1 1,0-1-1,2 5 1,-2-5 0,1-1 1,0 1-1,0-1 1,0 1-1,0-1 1,0 0-1,1 0 0,-1 0 1,1 0-1,-1 0 1,1-1-1,0 1 1,-1-1-1,1 0 1,0 1-1,0-1 0,0-1 1,0 1-1,0 0 1,0-1-1,4 1 1,1 0 21,0 0 0,1-1 0,0 0 1,-1-1-1,14-2 0,-18 3-296,0-1 1,0-1-1,0 1 0,-1-1 0,1 1 0,0-1 1,-1 0-1,0 0 0,1-1 0,-1 1 0,0-1 1,0 0-1,0 1 0,2-5 0,0 2-1160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45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11 4532,'-7'-11'1769,"8"16"-788,0-1-797,0 0 0,0-1 0,0 1-1,0 1 1,-1-1 0,0 0 0,0 5 0,-15 108 1585,14-106-2031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45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48 3516,'-1'-1'45,"1"0"-1,-1 0 1,1 0-1,0 0 1,0-1-1,-1 1 1,1 0 0,0 0-1,0 0 1,0 0-1,0 0 1,0 0-1,1-1 1,-1 1-1,0 0 1,0 0-1,1 0 1,-1 0-1,1 0 1,-1 0-1,1 0 1,-1 0-1,1 0 1,0 0-1,-1 0 1,1 0-1,0 1 1,0-1 0,0 0-1,-1 0 1,1 1-1,1-2 1,1 0-179,1-2 783,1 3-397,45-5-48,-49 5-201,0 1-1,0 0 0,-1 0 1,1 1-1,0-1 0,0 0 1,0 0-1,0 0 0,0 1 1,0-1-1,-1 0 0,1 1 1,0-1-1,0 1 0,0-1 1,-1 1-1,1-1 0,0 1 1,-1-1-1,1 1 0,0 0 1,-1-1-1,1 1 0,-1 0 1,1 0-1,-1-1 0,1 1 1,-1 0-1,0 0 0,1 0 1,-1-1-1,0 1 0,0 0 1,0 0-1,1 0 0,-1 0 1,0 0-1,0 0 0,0 0 1,-1 0-1,1 0 0,0 2 19,0-1 0,0 0 0,-1 1 0,1-1 0,-1 0 0,1 0-1,-1 1 1,0-1 0,0 0 0,0 0 0,0 0 0,0 0-1,-3 3 1,-1-1 23,0-1-1,0 1 1,-1-1-1,0 0 1,1-1 0,-1 1-1,0-1 1,0 0-1,0-1 1,-8 2-1,-24 7-1046,36-9 288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46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 6029,'-4'-2'1614,"3"14"-935,-6 164 1413,4-156-3104,3-15 151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46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39 6373,'0'-8'13,"-1"7"-11,1 0-1,0 1 0,0-1 1,0 0-1,0 0 0,0 0 1,0 0-1,0 1 0,0-1 1,0 0-1,0 0 1,0 0-1,1 1 0,-1-1 1,0 0-1,1 0 0,-1 0 1,0 1-1,1-1 0,-1 0 1,1 1-1,-1-1 0,1 0 1,0 1-1,-1-1 0,1 1 1,-1-1-1,1 1 0,0-1 1,0 1-1,-1 0 0,1-1 1,0 1-1,0 0 0,0-1 1,2 0 66,0 0 0,1-1 0,-1 2 0,0-1 0,0 0 0,1 1 0,-1-1 0,0 1 0,1 0 0,-1 0 1,0 0-1,1 1 0,-1-1 0,0 1 0,0 0 0,6 2 0,-7-3-51,0 1-1,0 0 1,-1 0-1,1 1 1,0-1 0,-1 0-1,1 0 1,0 1-1,-1-1 1,0 1-1,1 0 1,-1-1-1,0 1 1,0 0 0,0 0-1,0-1 1,0 1-1,0 0 1,0 0-1,-1 0 1,1 0 0,-1 0-1,0 0 1,1 0-1,-1 1 1,0 2-1,0-2 12,-1 0 1,1 0-1,-1 1 0,1-1 0,-1 0 0,0 0 0,0-1 0,-1 1 0,1 0 0,-1 0 0,1-1 1,-1 1-1,0 0 0,0-1 0,0 0 0,0 1 0,0-1 0,0 0 0,-4 2 0,2-1-10,0 0 0,-1-1 0,1 0 0,0 0 0,-1 0 0,1-1 0,-1 1 0,0-1 0,1 0 0,-1 0 0,0-1 0,-5 1 0,5-2-596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48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45 4804,'-8'-13'1782,"8"12"-1646,-1 1 0,0-1 0,1 0 0,-1 1 1,0-1-1,1 0 0,-1 0 0,1 1 0,-1-1 0,1 0 1,-1 0-1,1 0 0,0 0 0,0 0 0,-1 0 0,1 0 0,0 0 1,0 0-1,0-1 0,0-11 2879,0 25-2606,0 26-716,3-3 476,-1 1 0,-5 53 0,-4-24 155,12-59 122,-4-7-213,-4-6-132,-3-2-73,-1-2-68,0 0 1,-1 1 0,0 0 0,-11-12 0,24 44-880,6 26 948,-10-44-21,0 0-1,1 0 0,-1 0 1,1-1-1,0 1 1,0 0-1,0-1 0,0 1 1,4 3-1,-5-7 20,-1 0-1,0 1 1,1-1-1,-1 0 1,1 1-1,-1-1 1,0 0-1,1 0 1,-1 0-1,1 0 1,-1 0-1,1 1 1,-1-1-1,1 0 1,-1 0-1,1 0 1,-1 0-1,1 0 1,-1 0-1,1 0 1,-1-1-1,1 1 1,-1 0-1,1 0 1,-1 0-1,0 0 1,1-1-1,0 1 1,15-15 174,13-27-459,-23 32 256,7-13-106,-10 17-187,1 0 0,-1 0-1,1 0 1,0 1 0,9-10 0,-13 14 197,0 1-1,1 0 1,-1 0 0,0 0 0,1 0 0,-1 0 0,0 0-1,0 0 1,1-1 0,-1 1 0,0 0 0,0 0 0,1 0-1,-1 0 1,0 0 0,1 0 0,-1 0 0,0 0 0,0 0-1,1 1 1,-1-1 0,0 0 0,0 0 0,1 0-1,-1 0 1,0 0 0,0 0 0,1 0 0,-1 1 0,0-1-1,0 0 1,1 0 0,2 2-1153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49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137 182 4440,'-1'-2'142,"0"0"0,-1 1 0,1-1 0,-1 0-1,1 1 1,-1-1 0,0 1 0,1 0-1,-1-1 1,0 1 0,0 0 0,0 0-1,0 0 1,0 0 0,0 1 0,0-1 0,0 1-1,0-1 1,0 1 0,0-1 0,-3 1-1,-2 0 249,0-1-1,0 1 1,0 0-1,0 1 1,-9 2-1,13-3-372,1 1 0,-1 1 0,1-1 0,0 0 0,-1 1 0,1-1 0,0 1-1,0-1 1,0 1 0,0 0 0,1 0 0,-1 0 0,0 0 0,1 0 0,-1 1 0,1-1-1,0 0 1,-1 3 0,1-2-12,0-1 0,0 0-1,0 0 1,0 0 0,1 0-1,-1 1 1,1-1 0,-1 0-1,1 0 1,0 1 0,0-1-1,0 0 1,0 1 0,1-1 0,-1 0-1,0 1 1,1-1 0,0 0-1,0 0 1,0 3 0,0-4 7,0 1 0,0-1 1,0 0-1,0 1 1,0-1-1,0 0 0,0 0 1,0 0-1,1 0 1,-1 0-1,0 0 0,1 0 1,-1 0-1,1 0 0,-1-1 1,1 1-1,-1 0 1,1-1-1,-1 1 0,1-1 1,-1 0-1,1 0 1,2 1-1,0-2 14,-1 0 1,0 0-1,0 0 1,0 0-1,0-1 1,0 1-1,0-1 1,0 0-1,0 0 1,4-4-1,-2 2-29,-1 0-1,0-1 0,-1 0 0,1 0 1,-1 0-1,0 0 0,0 0 0,0-1 1,-1 0-1,0 1 0,0-1 0,0 0 1,-1 0-1,2-11 0,-1-3-9,-1-1 0,-2-41 1,1 54 26,0 5 29,1-1 0,-1 1 0,0 0 0,-1-1 0,1 1 0,-1 0-1,1 0 1,-1-1 0,0 1 0,0 0 0,-1 0 0,-1-3 0,4 7-42,0 1 1,-1 0-1,0 0 0,1 0 1,-1 0-1,0 0 1,0 0-1,0 0 0,0 0 1,-1 0-1,1 0 1,-1 3-1,0 4-7,9 82 236,0-8-88,-8-74-31,0 0 1,1 1-1,4 15 1,-5-23-262,1 0 0,-1 0 0,1 0 0,-1 0 0,1-1 1,0 1-1,0 0 0,0 0 0,0-1 0,0 1 0,1 0 1,-1-1-1,0 1 0,1-1 0,-1 0 0,1 1 0,-1-1 1,1 0-1,0 0 0,0 0 0,-1 0 0,1 0 0,3 0 0,-2 0-1124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50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76 6105,'-2'-2'112,"-14"-4"1214,16 9-847,8 5-447,-6-7-25,0 0-1,-1-1 1,1 1-1,-1-1 1,1 1 0,0-1-1,-1 0 1,1 0-1,0 1 1,0-1 0,-1 0-1,1 0 1,0-1-1,-1 1 1,1 0 0,0-1-1,-1 1 1,1-1-1,0 1 1,2-2 0,32-15 32,-35 15-42,1 1 0,-1 0 0,0 0 0,1-1 1,-1 1-1,0-1 0,0 1 0,0-1 0,0 1 0,0-1 0,0 0 0,0 0 0,-1 1 0,1-1 0,-1 0 0,1 0 1,-1 0-1,0 0 0,1-2 0,-1 3 1,0 0-1,0 0 1,0 0 0,0 0 0,-1 0-1,1 0 1,0 0 0,0 0 0,-1 0 0,1 0-1,0 0 1,-1 0 0,1 0 0,-1 0-1,1 0 1,-1 1 0,0-1 0,1 0-1,-1 0 1,0 1 0,1-1 0,-1 0 0,0 1-1,0-1 1,0 0 0,0 1 0,0-1-1,1 1 1,-1 0 0,0-1 0,0 1 0,0 0-1,0-1 1,0 1 0,0 0 0,-2 0-1,-1 1 35,1 0 0,-1 0 0,0 0 0,1 1 0,-1-1 0,1 1 0,-1 0 0,1 0 0,0 0 0,0 0 0,0 1 0,-3 2 0,4-3-21,0 1 0,1-1 0,-1 0 0,1 1 0,-1-1 0,1 1 0,0 0 0,0-1 0,0 1 0,1 0 0,-1-1 0,1 1 0,-1 0 0,1 0 0,0 0 0,0 0 0,0-1 0,1 1 0,-1 0-1,2 4 1,-2-4 14,1 0 0,0 0-1,0 0 1,0 0 0,0 0-1,0-1 1,1 1 0,-1 0-1,1-1 1,-1 1-1,1-1 1,0 0 0,0 0-1,0 0 1,1 0 0,-1 0-1,0 0 1,1 0 0,2 1-1,-2-2-8,-1-1 0,0 0 0,0 0 0,1 0 0,-1 0 0,0 0 0,0 0 0,1 0 0,-1-1 0,4 0 0,-3 0 4,0 0 0,0 0 0,0 1 0,0 0-1,0 0 1,0-1 0,4 2 0,-5-1-105,0 0 1,-1 0-1,1 0 1,0 0-1,0-1 1,0 1-1,0 0 1,0-1-1,-1 0 1,1 1-1,0-1 1,3-2-1,4-1-1032,-3 2 105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50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8 3616,'0'0'54,"0"-1"-1,0 1 0,-1-1 1,1 1-1,0-1 0,0 1 1,-1 0-1,1-1 0,0 1 1,-1 0-1,1-1 0,0 1 1,-1 0-1,1-1 1,-1 1-1,1 0 0,-1 0 1,1-1-1,0 1 0,-1 0 1,1 0-1,-1 0 0,1 0 1,-1 0-1,1-1 0,-1 1 1,1 0-1,-1 0 0,1 0 1,-1 0-1,1 1 0,-2-1 1,1 1 35,0-1 1,0 1-1,1 0 1,-1 0-1,0 0 0,0-1 1,0 1-1,1 0 1,-1 0-1,0 1 1,1-1-1,-1 0 1,0 1-1,-1 3 45,0 0 0,1 0 0,-1 0 0,1 1 0,-1 7 0,2-9-129,0-1 0,1 0 0,-1 0 0,0 0 0,1 1 0,0-1 0,0 0 0,2 5 0,-2-7-7,-1 0 0,1 0 0,0 1 0,0-1 0,-1 0 1,1 0-1,0-1 0,0 1 0,0 0 0,0 0 0,0 0 0,0-1 1,0 1-1,1 0 0,-1-1 0,0 1 0,0-1 0,0 1 0,1-1 1,-1 0-1,0 0 0,1 1 0,-1-1 0,2 0 0,9 0 81,-2 0-355,0 0-1,19-3 0,-21 0-350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50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 5501,'-9'-4'374,"3"1"312,6 7-400,7 15-166,-1 0-1,-1 0 0,-1 0 1,-1 1-1,-1-1 0,0 34 1,-1-51-134,-1-1-1,0 1 1,1-1 0,-1 1 0,1-1 0,-1 1-1,1-1 1,0 1 0,-1-1 0,1 0 0,0 1 0,0-1-1,0 0 1,0 0 0,0 0 0,0 0 0,1 0-1,-1 0 1,0 0 0,0 0 0,1 0 0,-1 0 0,1-1-1,-1 1 1,1 0 0,-1-1 0,1 0 0,-1 1 0,3-1-1,0 1-781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51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11 3616,'-5'-2'6,"3"1"76,1 0-1,0 0 0,-1 0 1,0 0-1,1 0 0,-1 1 1,1-1-1,-1 1 0,0-1 1,1 1-1,-1 0 1,0-1-1,1 1 0,-1 0 1,0 0-1,1 0 0,-1 1 1,0-1-1,1 0 1,-1 1-1,0-1 0,1 1 1,-1-1-1,0 1 0,1 0 1,-1-1-1,1 1 1,-3 2-1,2-1-19,0 0 1,0 0-1,0 0 0,1 0 1,-1 0-1,1 0 1,0 1-1,-1-1 0,1 0 1,0 1-1,0-1 0,1 1 1,-1-1-1,0 4 1,0-5-58,1 1 1,0 0-1,0-1 1,0 1-1,0 0 1,0-1-1,0 1 1,0 0-1,0-1 0,1 1 1,-1 0-1,0-1 1,1 1-1,0-1 1,-1 1-1,1-1 1,0 1-1,0-1 1,0 1-1,0-1 1,0 0-1,0 1 1,2 1-1,-1-2 0,-1-1 0,0 1-1,1-1 1,-1 1 0,1-1-1,-1 1 1,1-1 0,-1 0 0,1 1-1,-1-1 1,1 0 0,0 0-1,-1 0 1,1-1 0,-1 1-1,1 0 1,-1 0 0,1-1-1,-1 1 1,1-1 0,-1 1 0,0-1-1,1 0 1,-1 0 0,0 1-1,1-1 1,1-2 0,-1 2-3,-1 0 0,0-1 0,1 1 0,-1 0 0,0-1 1,1 1-1,-1 0 0,0-1 0,0 0 0,0 1 0,0-1 0,-1 1 1,1-1-1,0 0 0,-1 0 0,1 0 0,-1 1 0,1-1 0,-1 0 1,0 0-1,0 0 0,0-3 0,0 4-3,-1 0-1,1 0 1,0 0 0,-1 0 0,1 0-1,-1 0 1,1 0 0,-1 0 0,0 1-1,1-1 1,-1 0 0,0 0-1,1 0 1,-2 0 0,-2 2-50,4 8 46,1 0-9,0-4 60,0-1-1,0 1 0,0 0 0,1-1 0,2 6 1,-3-8-88,0 0 0,0-1 0,1 1 1,-1 0-1,0-1 0,1 1 0,0-1 1,-1 1-1,1-1 0,0 0 0,0 0 1,0 0-1,-1 0 0,1 0 0,2 1 1,1 0-675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51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13 4712,'-6'-6'1402,"16"11"-1206,-8-4-200,1 1 0,-1-1-1,1 1 1,-1 0-1,1 0 1,-1 0-1,0 0 1,3 4 0,-4-2 14,0 0 0,0 1 0,0-1 0,0 0 1,-1 0-1,1 1 0,-1 5 0,0-9 26,0 1-1,0 0 0,0-1 1,-1 1-1,1 0 0,0-1 1,-1 1-1,1 0 0,-1-1 1,1 1-1,-1-1 0,0 1 1,1-1-1,-1 1 0,0-1 1,0 0-1,0 1 1,0-1-1,-1 0 0,1 0 1,0 0-1,-2 1 0,3-1 22,-1-1 0,1 0 0,-1 1 1,1-1-1,-1 0 0,1 1 0,-1-1 0,1 0 0,-1 0 0,1 0 0,-1 0 0,1 0 0,-1 1 0,0-1 0,1 0 0,-1 0 0,1 0 0,-1 0 0,1-1 0,-1 1 1,0 0-1,1 0 0,-1 0 0,1 0 0,-1-1 0,1 1 0,-1 0 0,0-1 0,1 0 23,-1 1 1,1-1-1,0 0 0,-1 0 0,1 0 1,0 0-1,0 0 0,0 1 0,0-1 1,0 0-1,0 0 0,0 0 0,0 0 1,0 0-1,0 0 0,0 0 0,13-35 494,-10 31-587,0 0 1,0 0 0,0 0 0,1 0 0,0 1-1,7-7 1,-10 9-173,1 1 0,0-1 0,0 1 0,-1 0 0,1 0-1,0 0 1,0 0 0,0 0 0,0 0 0,0 0 0,1 1 0,-1-1 0,0 1-1,0-1 1,0 1 0,1 0 0,-1 0 0,0 0 0,0 0 0,4 1 0,-3 1-999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52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13 3896,'0'-1'82,"-1"0"0,0 0 1,1 1-1,-1-1 0,0 0 0,0 0 0,1 1 0,-1-1 0,0 0 0,0 1 0,0-1 0,0 1 0,0-1 0,0 1 0,0-1 0,0 1 0,0 0 0,0-1 0,0 1 0,0 0 0,0 0 1,0 0-1,-2 0 0,1 1-51,1 0 0,-1 1 0,1-1 0,-1 0 0,1 1 0,0-1 0,0 1 0,0 0 0,0-1 0,0 1 0,0 0 0,-1 3 0,1-2-18,-1 0 0,1 1 1,1-1-1,-1 0 0,0 0 0,1 1 0,0-1 0,0 0 0,0 5 0,0-7 8,0 1 0,0 0-1,0 0 1,1-1 0,-1 1 0,1 0-1,-1-1 1,1 1 0,-1 0 0,1-1-1,0 1 1,0-1 0,0 1 0,0-1-1,0 1 1,0-1 0,0 0 0,0 0 0,2 2-1,-2-3 1,0 0 0,1 1 0,-1-1 0,0 0 0,0 0 0,1 0 0,-1 0 0,0 0 0,0-1 0,1 1 0,-1 0 0,0 0 0,0-1 1,0 1-1,1-1 0,-1 1 0,0-1 0,0 1 0,0-1 0,0 0 0,0 0 0,0 1 0,0-1 0,0 0 0,1-2 0,22-24-100,-14 0-176,-10 27 246,1-1 0,-1 1 0,0-1-1,0 1 1,1-1 0,-1 0 0,0 1-1,0-1 1,0 1 0,0-1 0,0 0-1,0 1 1,0-1 0,0 0 0,0 1-1,0-1 1,0 1 0,-1-1 0,1 0-1,0 1 1,0-1 0,-1 1 0,1-1-1,0 1 1,0-1 0,-1 1 0,1-1-1,-1 1 1,1-1 0,-1 1 0,1-1-1,0 1 1,-1 0 0,1-1 0,-1 1-1,0 0 1,1-1 0,-1 1 0,1 0-1,-1 0 1,1-1 0,-2 1 0,1 1-4,0-1 1,1 1-1,-1-1 1,0 1-1,0-1 1,0 1 0,1-1-1,-1 1 1,0 0-1,1 0 1,-1-1 0,0 1-1,1 0 1,-1 0-1,1 0 1,0 0-1,-1-1 1,1 1 0,0 0-1,-1 0 1,1 0-1,0 0 1,0 0-1,0 0 1,0 0 0,0 2-1,-2 26 79,7 2 227,-5-30-316,0 0-1,1 0 1,-1-1 0,0 1 0,0 0 0,1 0 0,-1-1 0,0 1 0,1 0-1,-1-1 1,1 1 0,-1 0 0,1-1 0,-1 1 0,1 0 0,-1-1 0,1 1-1,0-1 1,-1 1 0,1-1 0,0 0 0,-1 1 0,1-1 0,0 0 0,-1 1-1,1-1 1,0 0 0,0 0 0,0 0 0,-1 1 0,1-1 0,2 0 0,0-1-712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52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 4440,'0'0'24,"0"-1"0,0 1 0,0 0 0,0 0 0,0 0 1,0 0-1,0 0 0,0-1 0,-1 1 0,1 0 0,0 0 0,0 0 0,0 0 0,0 0 0,0 0 0,0 0 0,-1 0 0,1 0 0,0 0 0,0-1 0,0 1 0,0 0 0,-1 0 0,1 0 0,0 0 0,0 0 0,0 0 0,0 0 0,-1 0 0,1 0 0,0 0 0,0 0 0,0 0 0,0 1 0,-1-1 0,1 0 0,0 0 0,0 0 0,0 0 0,0 0 0,0 0 0,-1 0 0,1 0 0,0 0 0,0 1 0,0-1 0,0 0 0,0 0 0,0 0 0,0 0 0,0 0 0,-1 0 0,1 1 0,0-1 0,0 0 0,-2 16 431,5 29-166,-3-37 127,1 32 437,-1-28-622,0 0 1,1 0 0,0 0-1,5 18 1,-4-20-143,-2-8-160,0 0 0,0 0 0,1 0 0,-1 0 0,1 0 0,-1-1 0,1 1 0,0 0 0,0 0 0,0 0 0,0-1 0,1 3 0,1-4-754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52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19 5156,'-3'2'218,"4"-1"237,8 1-293,6 1-237,-1-1 0,0-1 0,27-1 0,-28 0-226,-13 0 291,0 0-1,0 1 1,1-1-1,-1 0 1,0 0-1,0 0 1,1 0-1,-1 0 0,0 0 1,1 0-1,-1 0 1,0 0-1,0 0 1,1-1-1,-1 1 0,0 0 1,0 0-1,1 0 1,-1 0-1,0 0 1,0 0-1,0 0 0,1-1 1,-1 1-1,0 0 1,0 0-1,0 0 1,1-1-1,-1 1 0,0 0 1,0 0-1,0 0 1,0-1-1,0 1 1,0 0-1,1 0 1,-1-1-1,0 1 0,0 0 1,0 0-1,0-1 1,0 1-1,0 0 1,0 0-1,0-1 0,0 1 1,0 0-1,0 0 1,0-1-1,0 1 1,0 0-1,-1 0 0,1-1 1,-12-14 1557,11 15-1432,1-1 1,-1 0-1,0 1 1,0-1 0,1 1-1,-1-1 1,0 1-1,0-1 1,0 1 0,0 0-1,0 0 1,0-1-1,1 1 1,-1 0 0,-2 0-1,2 0-105,1 1-1,0-1 1,-1 0 0,1 1-1,0-1 1,-1 0 0,1 1-1,0-1 1,-1 1 0,1-1-1,0 1 1,0-1 0,0 1-1,0-1 1,-1 1 0,1-1-1,0 1 1,0-1 0,0 1-1,0-1 1,0 1 0,0-1-1,0 1 1,0-1 0,0 1-1,1-1 1,-1 1 0,0-1-1,0 1 1,0-1-1,0 1 1,1-1 0,-1 1-1,1 0 1,1 9 70,0 1-1,1 20 1,3 16 135,-5-42-236,-1-4-1,0 0-1,0 0 1,0-1-1,0 1 1,0 0-1,0 0 1,0-1-1,1 1 1,-1 0 0,0 0-1,0-1 1,1 1-1,-1 0 1,1-1-1,-1 1 1,0-1-1,1 1 1,-1 0-1,1-1 1,0 1-1,0 0 1,2-1-602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53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0 884,'0'0'16,"1"0"-16,0 0 28,2 1-28,-1 0-44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53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6 2760,'-12'-6'866,"14"13"217,0-4-1152,1 4 200,-1 0 0,0-1 0,0 1-1,0 0 1,-1 0 0,0 0-1,0 0 1,-1 0 0,-1 12-1,1-10 267,0-8-373,1-1 0,-1 1 0,0 0 0,0 0 0,1 0 1,-1 0-1,0-1 0,1 1 0,-1 0 0,1 0 0,-1-1 0,1 1 0,-1-1 0,1 1 1,0 0-1,-1-1 0,1 1 0,0-1 0,-1 1 0,1-1 0,0 1 0,0-1 0,0 0 1,-1 1-1,1-1 0,0 0 0,0 0 0,1 1 0,23 2 64,-23-3-86,1 0 0,7-1-5,-5-11 6,-5 11-3,1-4 19,0 0-1,0-1 1,0 1-1,0 0 1,-1-1-1,0 1 1,0 0-1,-1-1 1,0 1-1,1 0 1,-2-1-1,-2-8 1,1 8 440,-14 7-241,-2 15-669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54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58 3980,'0'0'818,"-1"-3"-499,1 3-293,0 0 0,-1 0 0,1 0-1,0 0 1,0 0 0,0 0 0,0 0 0,0-1 0,0 1-1,-1 0 1,1 0 0,0 0 0,0 0 0,0 0 0,0-1-1,0 1 1,0 0 0,0 0 0,0 0 0,0 0-1,0-1 1,0 1 0,0 0 0,0 0 0,0 0 0,0 0-1,0-1 1,0 1 0,0 0 0,0 0 0,0 0 0,0 0-1,0-1 1,0 1 0,0 0 0,0 0 0,0 0-1,0 0 1,1-1 0,-1 1 0,0 0 0,0 0 0,0 0-1,0 0 1,0 0 0,0 0 0,1 0 0,-1-1 0,0 1-1,0 0 1,10 7 184,-7-5-218,-1 0-1,0 0 0,0 1 1,-1-1-1,1 0 1,0 1-1,-1 0 1,1-1-1,-1 1 0,2 5 1,-1 16 341,-2-18-2708,15-28 946,-15 21 1410,1-1-1,0 1 1,0-1-1,0 1 1,0-1-1,0 1 1,1 0 0,-1-1-1,0 1 1,1 0-1,-1 0 1,1 0-1,-1 0 1,1 0 0,2-1-1,1 0 0,-5 2 28,1-1-1,-1 1 1,0 0-1,0-1 1,1 1-1,-1 0 1,0 0-1,1-1 1,-1 1-1,0 0 1,1 0-1,-1-1 1,1 1-1,-1 0 1,0 0-1,1 0 1,-1 0-1,0 0 1,1 0-1,-1 0 0,1 0 1,-1-1-1,1 1 1,-1 1-1,0-1 1,1 0-1,-1 0 1,1 0-1,-1 0 1,0 0-1,1 0 1,-1 0-1,1 0 1,-1 1-1,0-1 1,1 0-1,-1 0 1,0 1-1,1-1 1,-1 0-1,3 14 111,-3-12-130,1 5 62,0-1 0,0 1 0,1-1 0,0 0-1,5 12 1,-7-18-45,0 1-1,0-1 1,0 0-1,0 0 1,0 0 0,0 1-1,1-1 1,-1 0-1,0 0 1,0 0-1,0 1 1,0-1-1,0 0 1,0 0-1,0 0 1,0 0-1,0 1 1,1-1-1,-1 0 1,0 0-1,0 0 1,0 0 0,0 0-1,1 0 1,-1 1-1,0-1 1,0 0-1,0 0 1,0 0-1,1 0 1,-1 0-1,0 0 1,0 0-1,0 0 1,1 0-1,-1 0 1,0 0-1,0 0 1,0 0 0,1 0-1,-1 0 1,0 0-1,1 0 1,4-2 5,0 1 1,0-1 0,0 0 0,0-1-1,0 1 1,0-1 0,-1 0 0,1 0-1,-1 0 1,0-1 0,0 0 0,0 1 0,0-1-1,-1-1 1,0 1 0,1 0 0,-2-1-1,1 0 1,0 0 0,-1 0 0,2-5-1,-2-20-94,-1 28 171,-1 1 0,0-1 1,0 1-1,-1-1 0,1 0 0,0 1 0,0-1 0,-1 1 0,1-1 0,-1 1 0,1-1 0,-1 1 1,0-1-1,1 1 0,-3-2 0,3 2-54,0 1 1,0 0-1,0 0 1,-1 0-1,1 0 1,0 0-1,0-1 1,0 1-1,-1 0 1,1 0-1,0 0 1,0 0-1,-1 0 1,1 0-1,0 0 1,0 0-1,0 0 0,-1 0 1,1 0-1,0 0 1,0 0-1,-1 0 1,1 0-1,0 0 1,0 0-1,0 0 1,-1 0-1,1 0 1,0 0-1,0 0 1,-1 1-1,1-1 1,0 0-1,0 0 1,0 0-1,0 0 1,-1 0-1,1 1 1,0-1-1,-3 12 234,5 13-216,0-20-26,-1 0 1,2 0 0,-1-1 0,1 1 0,-1-1 0,1 0-1,0 0 1,6 6 0,-4-4-10,-1-1 1,0 0-1,7 12 1,-10-16-15,-1 1 0,1-1 1,0 0-1,-1 1 0,0-1 0,1 1 1,-1-1-1,0 0 0,0 1 1,1-1-1,-1 1 0,0-1 1,-1 1-1,1-1 0,0 1 1,0-1-1,-1 0 0,1 1 0,0-1 1,-1 1-1,0-1 0,1 0 1,-1 1-1,0-1 0,1 0 1,-1 0-1,0 0 0,0 0 1,0 0-1,0 0 0,0 0 0,-2 1 1,-1 1-107,-1 0 0,1 0-1,-1-1 1,0 1 0,0-1 0,0-1 0,-9 3 0,4-2-495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5:55.2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8 4712,'-10'-7'2277,"8"14"-1539,9 24-993,-3-19 756,-2 3-216,0 0 0,0-1-1,-2 1 1,0 0 0,0 0 0,-2 0 0,0 0 0,-7 26 0,9-40-182,-1 0-1,1 0 1,0 0-1,-1 0 1,1 0-1,0 0 1,0 1-1,-1-1 1,1 0-1,0 0 1,0 0 0,0 0-1,1 0 1,-1 0-1,0 1 1,0-1-1,1 2 1,-1-4-24,1 0 1,-1 0 0,0 0-1,0 1 1,0-1 0,0 0-1,0 0 1,0 0 0,0 1-1,0-1 1,0 0 0,0 0-1,-1 0 1,1 1-1,0-1 1,-1 0 0,1 0-1,0 1 1,-1-1 0,1 0-1,-1 1 1,0-2 0,-13-25-85,5 9-20,-14-37 1,53 98-526,-23-32 558,0-1 29,-1 0-1,0 1 1,0 0-1,-1 0 1,0 1-1,3 14 1,-5-20 1658,0-8-650,3-15-343,4-25-888,-9 36 32,1 1 0,-1-1 1,1 1-1,1 0 0,-1 0 1,1-1-1,-1 2 0,7-9 0,-6 8-692,-2 2-410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07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147 128 1888,'-13'0'339,"-21"0"7149,27 0-7997,3 0 1410,-1 0-652,1 0-229,-1 1 0,1 0 0,0 0-1,0 0 1,-1 0 0,1 1 0,0-1-1,0 1 1,0 0 0,1 0 0,-1 1 0,-4 3-1,6-4-14,0-1 1,0 1-1,-1 0 0,2 1 0,-1-1 0,0 0 0,0 0 0,1 1 0,-1-1 0,1 1 1,0 0-1,0-1 0,0 1 0,0 0 0,0 0 0,0 0 0,1-1 0,-1 1 1,1 4-1,0-3 281,4 0-142,10 11-48,-14-14-94,0-1 1,1 0-1,-1 0 1,0 1 0,0-1-1,0 0 1,0 0-1,1 0 1,-1 1 0,0-1-1,0 0 1,0 0-1,1 0 1,-1 0-1,0 0 1,0 0 0,1 1-1,-1-1 1,0 0-1,0 0 1,1 0 0,-1 0-1,0 0 1,0 0-1,1 0 1,-1 0 0,0 0-1,0 0 1,1 0-1,-1 0 1,0 0-1,0 0 1,1-1 0,-1 1-1,0 0 1,0 0-1,1 0 1,-1 0 0,0 0-1,0-1 1,6-1 0,0 0 0,0 0 1,-1-1-1,0 0 1,1 0-1,-1-1 0,0 0 1,-1 1-1,1-2 0,-1 1 1,1 0-1,-1-1 1,-1 0-1,7-9 0,-7 7-7,1-1 0,-1 1 0,-1 0 0,0-1 0,0 1 0,0-1 0,-1 0 0,0 0 0,0 0 0,-2-15 0,1 15 388,0 1-222,-1-21 21,1 20 43,0 5-33,0-9-78,0 40-43,0-11-39,1 17 18,5 43 0,-5-70-49,1 3 11,0 0 1,0 0-1,1 0 1,4 12-1,-6-20-16,0 0-1,0 0 0,0 0 0,0 0 0,0 0 1,0 0-1,1-1 0,-1 1 0,1 0 1,-1-1-1,1 1 0,0-1 0,0 0 0,-1 1 1,1-1-1,0 0 0,0 0 0,0 0 1,0-1-1,0 1 0,0 0 0,1-1 1,-1 1-1,0-1 0,4 0 0,16-5-4253,-17 3 2804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09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98 4804,'-13'-4'1107,"6"1"758,8 5-1288,8 6-268,-8-7-296,0 1-1,1-1 1,-1 0-1,0 0 1,0 0 0,1 0-1,-1-1 1,1 1 0,-1 0-1,1 0 1,1 0-1,-22-1-34,18 0-34,6 0 18,9 0 48,39-2 12,-52 2-17,0 0-1,0 0 1,0 0 0,0 0 0,0 0 0,0 0-1,0 0 1,0 0 0,0 0 0,0-1 0,0 1-1,0 0 1,0 0 0,0-1 0,0 1 0,0-1-1,-1 1 1,1-1 0,0 1 0,0-1-1,0 0 1,-1 1 0,1-1 0,0 0 0,0 0-1,-1 0 1,1 1 0,-1-1 0,1 0 0,-1 0-1,1 0 1,-1 0 0,0 0 0,1 0 0,-1 0-1,0 0 1,0 0 0,1 0 0,-1 0 0,0 0-1,0 0 1,0 0 0,-1 0 0,1 0 0,0 0-1,0 0 1,0 0 0,-1 0 0,1 0 0,0 0-1,-2-2 1,2 1-8,-1 0 0,0 1 0,0-1-1,0 0 1,0 0 0,-1 0 0,1 0 0,0 1 0,-1-1 0,1 1-1,-1-1 1,0 1 0,1 0 0,-1-1 0,0 1 0,0 0-1,0 0 1,0 0 0,0 0 0,0 1 0,0-1 0,-2 0-1,1 1 7,1 1 0,0-1 0,-1 1 0,1 0 0,0-1 0,-1 1-1,1 0 1,0 0 0,0 0 0,0 1 0,0-1 0,0 1-1,0-1 1,0 1 0,0-1 0,1 1 0,-1 0 0,1 0-1,-1 0 1,1 0 0,0 0 0,0 0 0,0 0 0,0 0 0,0 1-1,0-1 1,0 0 0,1 1 0,-1-1 0,1 0 0,0 1-1,0-1 1,0 4 0,-1-3 7,1 1 1,0 0-1,0 0 0,1-1 0,-1 1 1,1 0-1,0 0 0,0-1 0,0 1 1,0-1-1,0 1 0,1-1 0,0 1 1,0-1-1,0 0 0,0 0 0,0 0 1,1 0-1,-1 0 0,1-1 0,4 4 1,-5-5-6,1 0 1,0 0 0,0 0 0,0-1 0,0 1-1,0-1 1,0 0 0,-1 0 0,1 0 0,0 0-1,0 0 1,0-1 0,0 0 0,0 1 0,0-1-1,-1 0 1,1 0 0,4-3 0,1 1-9,0-1 0,0-1 0,0 0 0,13-10 0,-18 12-7,0 0 1,-1-1-1,1 1 0,-1 0 1,0-1-1,0 0 0,0 1 1,0-1-1,0 0 0,-1 0 1,2-7-1,-1-1-26,0 1 0,1-24 0,-4 32 39,0-1 1,1 1-1,-1 0 1,0-1 0,-1 1-1,1 0 1,-1 0-1,-2-5 1,2 10 75,2 0 0,-1 0 0,0 0 1,0 0-1,0 0 0,1 0 0,0 0 0,-1 0 1,1 1-1,0-1 0,0 3 0,-5 41 70,4-1 901,8 88 0,-7-129-983,1-1 1,0 1-1,0 0 1,0 0-1,1-1 1,-1 1-1,1-1 1,0 1-1,3 4 1,-5-7-64,1-1 0,-1 1 0,1 0-1,-1-1 1,1 1 0,-1-1 0,1 1 0,0-1 0,-1 1 0,1-1-1,0 1 1,-1-1 0,1 1 0,0-1 0,0 0 0,-1 1 0,1-1-1,0 0 1,0 0 0,0 0 0,-1 0 0,1 0 0,0 0 0,0 0 0,0 0-1,-1 0 1,1 0 0,0 0 0,0 0 0,0 0 0,-1-1 0,1 1-1,0 0 1,0-1 0,-1 1 0,1 0 0,0-1 0,-1 1 0,1-1 0,0 1-1,-1-1 1,1 0 0,-1 1 0,1-1 0,-1 1 0,2-2 0,2-4-2,0 1 1,0-1 0,-1 0 0,1 0 0,-1 0 0,-1-1 0,1 1-1,-1-1 1,3-12 0,-5 16-12,1 1-1,-1-1 1,0 1 0,1-1-1,-1 1 1,0 0-1,-1-1 1,1 1 0,0-1-1,-1 1 1,1-1-1,-1 1 1,0 0 0,0-1-1,0 1 1,0 0-1,0 0 1,0 0 0,-1-1-1,1 1 1,-1 1-1,1-1 1,-1 0 0,0 0-1,0 1 1,1-1-1,-1 0 1,0 1 0,-1 0-1,1 0 1,-3-2 0,2 3 5,1 0 0,-1 0 0,0 0 0,0 0 0,0 1 0,0-1 0,1 1 0,-6 1 0,-7 5-39,14-7 40,1 0 1,0 0 0,0 0 0,-1 1 0,1-1 0,0 0 0,0 0-1,0 0 1,-1 0 0,1 1 0,0-1 0,0 0 0,0 0 0,0 1-1,-1-1 1,1 0 0,0 0 0,0 1 0,0-1 0,0 0 0,0 0-1,0 1 1,0-1 0,0 0 0,0 0 0,0 1 0,0-1 0,0 0-1,0 1 1,0-1 0,0 0 0,0 0 0,0 1 0,0-1 0,1 1 0,0 0 0,-1-1 1,1 1-1,0 0 0,0-1 1,0 1-1,0-1 0,0 1 1,0-1-1,0 0 0,0 1 1,0-1-1,0 0 1,0 0-1,0 0 0,0 1 1,0-1-1,0 0 0,0 0 1,0-1-1,0 1 0,0 0 1,0 0-1,0 0 1,0-1-1,0 1 0,0 0 1,0-1-1,1 0 0,29-14-831,-30 14 764,3-1-4,0-1 1,-1 0-1,0 0 0,1 0 0,-1 0 1,0-1-1,-1 1 0,1-1 0,0 0 1,2-6-1,-4 8 74,0 1 1,0-1 0,-1 1-1,1 0 1,-1-1 0,1 1 0,-1-1-1,1 0 1,-1 1 0,0-1-1,0 1 1,0-1 0,0 1-1,0-1 1,0 1 0,0-1-1,0 0 1,-1 1 0,1-1-1,-1 1 1,1-1 0,-1 1-1,0-1 1,1 1 0,-1 0-1,0-1 1,0 1 0,0 0-1,0 0 1,0 0 0,0-1-1,0 1 1,-2-1 0,6 9 97,-1 0 0,0-1 0,-1 1 0,1 0 1,-1 9-1,7 26 150,-8-41-292,0 1-1,0-1 1,1 0-1,-1 0 0,0 0 1,1 1-1,-1-1 1,1 0-1,-1 0 1,1 0-1,0 0 0,-1 0 1,1 0-1,0 0 1,0 0-1,0 0 0,-1 0 1,1 0-1,0 0 1,0-1-1,0 1 1,1 0-1,-1-1 0,0 1 1,0 0-1,0-1 1,0 0-1,1 1 0,-1-1 1,0 0-1,0 0 1,1 1-1,-1-1 1,2 0-1,0-1-1112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09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14 2864,'-2'-3'112,"-1"-1"-24,2 3 12,0-1 16,1 0-28,0 2-4,1-1-8,-2 1 36,2 0-112,2 1 24,-1-1-36,2 2 60,-1-1-48,-1 1 12,2 0-320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10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25 4980,'0'-1'60,"0"1"-1,0 0 0,0 0 0,0 0 0,-1-1 0,1 1 0,0 0 0,0 0 1,0 0-1,0 0 0,0-1 0,0 1 0,-1 0 0,1 0 0,0 0 0,0 0 1,0 0-1,0-1 0,-1 1 0,1 0 0,0 0 0,0 0 0,0 0 0,-1 0 1,1 0-1,0 0 0,0 0 0,0 0 0,-1 0 0,1 0 0,0 0 0,0 0 0,0 0 1,-1 0-1,1 0 0,0 0 0,0 0 0,0 0 0,-1 0 0,1 0 0,0 1 1,0-1-1,0 0 0,-1 0 0,1 0 0,-4 13 1015,2 31-1033,1-29 330,1-4-223,0-8-103,0 1 1,0 0 0,0-1-1,-1 1 1,1-1 0,-1 1-1,0 0 1,0-1 0,-1 4-1,5-13 304,1-1 0,-1 0 0,0 1-1,0-1 1,1-8 0,15-33-504,-15 42 161,-3 3-9,0 1 0,0-1 1,1 1-1,-1-1 0,0 1 1,1 0-1,0 0 0,0-1 1,-1 1-1,1 0 0,0 1 1,1-1-1,-1 0 0,0 1 1,0-1-1,1 1 0,-1 0 1,1-1-1,-1 1 0,1 0 1,-1 1-1,4-2 0,-5 3-2,0-1-1,-1 1 1,1-1 0,0 1-1,-1 0 1,1-1-1,0 1 1,-1 0-1,1-1 1,-1 1-1,1 0 1,-1 0-1,1-1 1,-1 1 0,0 0-1,0 0 1,1 0-1,-1 0 1,0-1-1,0 1 1,0 0-1,0 0 1,1 0-1,-2 0 1,1 0-1,0 0 1,0 0 0,0 1-1,-2 30 19,0-23 27,0 0 1,1 0-1,0 0 0,1-1 1,0 1-1,2 14 0,-2-23-32,0 0 0,0 1 0,0-1-1,0 0 1,0 0 0,0 1 0,0-1 0,1 0-1,-1 0 1,0 1 0,0-1 0,0 0 0,1 0 0,-1 0-1,0 0 1,0 1 0,0-1 0,1 0 0,-1 0 0,0 0-1,0 0 1,1 0 0,-1 0 0,0 1 0,0-1-1,1 0 1,-1 0 0,0 0 0,1 0 0,-1 0 0,0 0-1,0 0 1,1 0 0,-1 0 0,0 0 0,1-1 0,13-5 131,10-11-929,-19 12 141,0 0 0,-1-1 0,0 0 1,0 1-1,7-14 0,-10 16 659,1-1 1,0 1-1,-1-1 0,0 0 0,0 0 0,0 0 1,0 1-1,-1-1 0,0 0 0,1 0 1,-1 0-1,-1-5 0,-4 1 3166,5 8-3142,0 1-1,-1-1 1,1 0-1,0 1 1,0-1-1,0 0 0,-1 0 1,1 1-1,0-1 1,0 0-1,0 1 1,0-1-1,0 0 1,0 1-1,0-1 1,0 0-1,-1 1 1,1-1-1,0 0 1,0 1-1,1-1 1,-1 0-1,0 1 1,0-1-1,0 0 1,0 1-1,0-1 1,0 1-1,4 37 228,-4-30-182,0 0 1,1-1-1,0 1 1,0 0-1,1-1 0,4 14 1,-4-16-179,-2-3 31,1-1-1,-1 0 0,0 0 0,1 0 1,-1 0-1,0 0 0,1 0 0,-1 0 0,1 0 1,-1 0-1,1 0 0,0 0 0,-1 0 0,1 0 1,0-1-1,0 1 0,0 0 0,0 0 0,0-1 1,-1 1-1,1-1 0,0 1 0,0-1 0,0 1 1,1-1-1,-1 1 0,0-1 0,0 0 1,0 0-1,1 1 0,2-2-1067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10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13 4080,'-9'-10'562,"10"8"112,16 15-1074,-12-10-112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10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25 6537,'-10'-24'3844,"15"38"-3647,1 4 283,-1 0 1,5 36 0,-6-32-239,9 33 1,-10-46-109,-1-10-2063,-2 1 1867,0 0 0,1 0 0,-1 0 0,0 0-125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11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44 5060,'-14'-2'2665,"24"8"-2475,-6-4-187,1-1 0,-1 1 0,1-1 0,0 0 0,-1 0 0,1 0 0,0-1 0,0 0 0,-1 0 0,1 0 0,0 0 0,0-1 0,-1 0 0,1 0 0,0 0 0,7-4 0,-10 4 38,-1 0-1,0-1 1,0 1 0,0-1-1,0 1 1,0-1 0,0 0 0,-1 1-1,1-1 1,0 0 0,-1 1-1,0-1 1,1 0 0,-1 0-1,0 0 1,0-1 0,-1-15 3399,43 141-371,-42-123-3083,0 0 0,0 0 0,0 1 0,0-1-1,0 0 1,0 0 0,0 0 0,1 1 0,-1-1-1,0 0 1,0 0 0,0 0 0,0 0 0,0 1-1,0-1 1,1 0 0,-1 0 0,0 0 0,0 0 0,0 0-1,0 1 1,1-1 0,-1 0 0,0 0 0,0 0-1,0 0 1,1 0 0,-1 0 0,0 0 0,0 0-1,1 0 1,-1 0 0,0 0 0,0 0 0,0 0-1,1 0 1,-1 0 0,0 0 0,0 0 0,0 0-1,1 0 1,-1 0 0,0 0 0,0 0 0,0 0 0,1-1-1,-1 1 1,5-4-3330,-2 1 1275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11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19 5761,'-1'-2'209,"1"1"-1,-1 0 1,1 0 0,-1 0 0,1 0 0,-1 0 0,0 0 0,0 0 0,1 0 0,-1 0 0,0 0 0,0 0 0,0 1 0,0-1 0,0 0 0,-2 0 0,-2-1 2248,15 12-2188,10 14-2785,-18-18 1342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11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9 4888,'0'0'47,"0"0"-1,0-1 0,0 1 1,0 0-1,0 0 0,0-1 0,0 1 1,1 0-1,-1 0 0,0-1 0,0 1 1,0 0-1,0 0 0,0 0 0,0-1 1,0 1-1,-1 0 0,1 0 0,0-1 1,0 1-1,0 0 0,0 0 1,0-1-1,0 1 0,0 0 0,0 0 1,-1 0-1,1-1 0,0 1 0,0 0 1,0 0-1,0 0 0,-1 0 0,1-1 1,0 1-1,0 0 0,0 0 1,-1 0-1,1 0 0,0 0 0,0 0 1,-1 0-1,1 0 0,0 0 0,0-1 1,0 1-1,-1 0 0,1 0 0,0 0 1,0 0-1,-1 0 0,1 1 1,0-1-1,0 0 0,-1 0 0,1 0 1,0 0-1,0 0 0,-1 0 0,1 0 1,0 0-1,0 1 0,-1-1 61,0 1-1,0 0 0,1-1 1,-1 1-1,0 0 1,1-1-1,-1 1 0,1 0 1,-1 0-1,1 0 1,-1 0-1,1 0 1,0-1-1,-1 1 0,1 0 1,0 2-1,-1 4 174,1 0 0,0 1 0,1-1-1,0 0 1,2 10 0,-2-14-261,-1 0 0,1 0 0,0-1 0,0 1 0,1-1 0,-1 1 0,0 0 0,1-1 1,0 0-1,-1 1 0,1-1 0,0 0 0,0 0 0,1 0 0,-1 0 0,3 2 0,-3-4-14,-1 1 0,0 0 0,0-1 0,0 1 0,0-1 0,0 1 0,0-1 0,1 1-1,-1-1 1,0 0 0,0 0 0,0 0 0,1 1 0,-1-1 0,0 0 0,0-1 0,1 1 0,-1 0 0,0 0 0,0 0 0,0-1 0,1 1 0,-1-1-1,0 1 1,0-1 0,0 1 0,0-1 0,0 0 0,0 1 0,0-1 0,0 0 0,0 0 0,0 0 0,0 0 0,0 0 0,-1 0 0,1 0 0,0 0-1,-1 0 1,1 0 0,-1 0 0,1 0 0,-1 0 0,1-2 0,0 0-7,0 0 1,0 0-1,-1 0 0,1 0 1,-1-1-1,0 1 1,0 0-1,0 0 0,0 0 1,0 0-1,-1 0 0,1-1 1,-1 1-1,0 0 0,0 0 1,-3-5-1,3 5 9,-1 0 0,1 1 0,-1-1 0,0 1 0,0 0 0,0-1 0,0 1-1,-1 0 1,1 0 0,-1 1 0,1-1 0,-1 0 0,1 1 0,-1-1 0,-4-1 0,6 4-12,0-1-1,0 0 1,0 1 0,0-1 0,0 0 0,0 1-1,0-1 1,0 1 0,0 0 0,0-1 0,1 1-1,-1 0 1,0-1 0,0 1 0,1 0 0,-1 0-1,0 0 1,1 0 0,-1 0 0,1 0 0,0-1-1,-1 1 1,0 2 0,1-2-219,0 0 0,-1 0-1,1 0 1,0 0 0,0 0 0,0 0-1,-1 0 1,1 0 0,0 0 0,0 0-1,0 0 1,1 0 0,-1 0 0,0 2-1,3 0-1037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12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3240,'-3'-1'1743,"3"2"-1678,0-1 1,0 1 0,1 0 0,-1-1 0,0 1-1,0-1 1,0 1 0,0 0 0,0-1 0,0 1-1,0 0 1,0-1 0,0 1 0,0-1 0,0 1 0,0 0-1,0-1 1,0 1 0,0 0 0,-1 0 0,-1 6 38,1 1 0,0-1 0,1 1 0,-1-1 0,1 1 0,2 10 0,-4 3 135,0-6 108,2-15-319,0 0 1,0 0-1,0 0 1,0 0-1,0 0 1,0 0-1,0 0 1,0 1-1,0-1 1,0 0-1,0 0 1,0 0-1,0 0 1,0 0-1,0 0 1,0 0-1,0 0 1,0 1-1,0-1 1,0 0-1,0 0 1,0 0-1,0 0 1,0 0-1,0 0 1,0 0-1,0 1 1,0-1-1,0 0 1,0 0-1,0 0 1,0 0-1,0 0 0,0 0 1,0 0-1,0 0 1,0 1-1,0-1 1,0 0-1,1 0 1,-1 0-1,0 0 1,0 0-1,0 0 1,0 0-1,0 0 1,0 0-1,0 0 1,0 0-1,1 0 1,-1 0-1,0 0 1,0 0-1,0 0 1,0 0-1,0 0 1,2-16 1188,-2 12-1233,-1 0-1,1 1 1,1-1 0,-1 0-1,0 0 1,1 1 0,0-1 0,0 0-1,2-4 1,4-3-40,-6 9 56,0 0 0,0-1 1,1 1-1,-1 0 1,1-1-1,-1 1 0,1 0 1,0 0-1,0 0 1,0 1-1,0-1 0,0 0 1,0 1-1,1-1 1,-1 1-1,0 0 0,1 0 1,-1 0-1,1 0 1,-1 0-1,1 0 0,0 1 1,3-1-1,6-1 46,6 2-20,-17 0-25,-1 0 0,0 0-1,1 1 1,-1-1 0,0 0-1,1 1 1,-1-1 0,0 0-1,0 1 1,1-1 0,-1 0-1,0 1 1,0-1 0,0 0-1,1 1 1,-1-1 0,0 1 0,0-1-1,0 1 1,0-1 0,0 0-1,0 1 1,0-1 0,0 1-1,0-1 1,0 1 0,0-1-1,0 0 1,0 1 0,0-1-1,-1 1 1,1-1 0,0 1-1,0-1 1,0 0 0,-1 1 0,1-1-1,0 0 1,0 1 0,-1-1-1,0 5 14,0 0 0,1 0-1,0 0 1,0 0 0,0 0 0,0 0-1,1 0 1,0 0 0,0-1 0,0 1-1,0 0 1,5 8 0,0 6 53,-5-18-102,-1 1-1,1-1 1,0 0 0,0 0-1,0 0 1,0 0-1,0 0 1,0 0-1,0 0 1,1 0 0,-1 0-1,0 0 1,1 0-1,-1-1 1,0 1-1,1-1 1,-1 1 0,1-1-1,-1 1 1,1-1-1,1 0 1,2 0-701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18.8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 11 5156,'-1'-3'-299,"-8"-4"12057,11 12-10487,-2 2-1215,-4 14-28,2-16 77,-1 10 2,-11 43-31,11-43 52,0 0 10,-15 72 109,-10 25 117,14-62-126,13-47-416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20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119 27 2760,'-5'1'3696,"0"0"7,21-1-2546,106-8-1258,25-2 36,154 11 839,-101-6-776,-141 1-47,-21 1 440,-34 5-402,-1 0 0,0 0 0,0 1 0,0-1 0,0 1 0,-1 0 0,4 3 0,-3-1 75,0-1 0,0 1 0,-1-1 0,1 1 0,-1 0 0,-1 0 0,1 0 0,0 0 0,-1 0 0,0 0 0,-1 0 0,1 8 1,3 39 825,-1 22-226,-6-4 136,-16 100 0,14-149-527,-2 19 569,7-39-778,0-1 0,0 1 0,0 0 1,1-1-1,-1 1 0,0-1 0,0 1 1,-1-1-1,1 1 0,0 0 0,0-1 1,0 1-1,0-1 0,0 1 0,-1-1 0,1 1 1,0-1-1,0 1 0,-1-1 0,1 1 1,0-1-1,-1 1 0,1-1 0,-1 0 1,1 1-1,0-1 0,-1 0 0,1 1 1,-2 0-1,1-2 59,0 1 0,0 0 1,1 0-1,-1 0 0,0-1 0,0 1 0,0-1 1,0 1-1,0-1 0,0 1 0,1-1 0,-1 1 1,0-1-1,0 1 0,1-1 0,-1 0 1,0 0-1,0-1 0,-2 0-120,0 0 0,1 0 0,-1 1 0,0-1 0,0 1 0,0-1 0,0 1 0,-1 0-1,1 0 1,0 0 0,0 1 0,-1-1 0,-4 1 0,-56-2 151,38 2-120,-50 1-106,-104 16 1,70-4-234,37-6-11,-135 8 774,157-16-383,17 0-19,-44 4 0,61-3-89,-10 2 51,27-2 0,0 0-23,0 0 2,2-33 1183,0 23-1192,0 0 0,0 0 0,1 0 0,6-15 0,8-27-99,-7 31-5787,-8 19 3781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21.9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 8013,'1'-5'958,"0"-1"2450,3 13-1756,-1 3-1524,-1 0 1,0 0-1,1 18 0,0 0-6,0-15 1146,-3-20 1092,0-26-1148,0 31-1223,0 1 0,1-1 0,-1 0 0,1 0-1,0 0 1,0 1 0,0-1 0,0 1-1,0-1 1,0 0 0,0 1 0,0 0-1,0-1 1,1 1 0,-1 0 0,1-1-1,-1 1 1,1 0 0,-1 0 0,1 0-1,0 0 1,-1 1 0,1-1 0,0 0 0,0 1-1,-1-1 1,1 1 0,0 0 0,0-1-1,4 1 1,-3 0-8,1 1 1,0-1-1,0 1 0,0 0 0,-1-1 1,1 2-1,0-1 0,-1 0 0,1 1 1,-1 0-1,1 0 0,-1 0 1,0 0-1,4 3 0,-6-4 18,0 0-1,0 0 1,-1 0-1,1 0 0,0 0 1,-1 1-1,1-1 1,0 0-1,-1 0 1,0 0-1,1 1 1,-1-1-1,0 0 1,1 1-1,-1-1 1,0 0-1,0 1 1,0-1-1,0 0 1,-1 3-1,-9 25 117,10-29-97,0 0 0,0 1 0,0-1 0,0 0 0,0 1 0,0-1 0,0 0 0,-1 1 0,1-1 0,0 0 0,0 1 0,0-1 0,-1 0 0,1 0 0,0 1 0,0-1 0,0 0 0,-1 0 0,1 0 0,0 1 0,-1-1 0,1 0 0,0 0 0,-1 0 0,1 0 0,0 0-1,-1 0 1,1 1 0,-3-10 707,4-18-331,0 23-414,1 1-1,-1-1 1,1 1 0,0-1-1,0 1 1,0 0 0,0 0 0,0 0-1,1 0 1,-1 0 0,1 0 0,0 0-1,0 1 1,0 0 0,0-1-1,0 1 1,1 1 0,-1-1 0,1 0-1,-1 1 1,1-1 0,0 1-1,-1 0 1,1 0 0,0 1 0,0-1-1,0 1 1,0 0 0,-1 0 0,1 0-1,0 0 1,0 1 0,0 0-1,-1-1 1,6 3 0,-8-3 19,0 0 1,-1 1 0,1-1-1,0 0 1,-1 1 0,1-1-1,0 0 1,0 1-1,-1-1 1,1 1 0,-1-1-1,1 1 1,0 0 0,-1-1-1,1 1 1,-1-1-1,1 1 1,-1 0 0,0 0-1,1-1 1,-1 1-1,0 0 1,1-1 0,-1 1-1,0 0 1,0 0 0,0 0-1,0-1 1,0 1-1,0 0 1,0 0 0,0 1-1,-1 2 16,0 0-1,0 0 0,-1 0 1,0 0-1,-3 6 0,4-9-4,0 1-1,0 0 0,0 0 0,0 0 0,0 0 0,0 0 0,0 0 1,1 0-1,-1 0 0,1 0 0,-1 0 0,1 0 0,0 0 1,0 0-1,0 3 0,1-4-20,1 1 0,-1-1 0,0-1 0,1 1 0,-1 0 0,1 0 0,-1 0 0,1-1 0,-1 1 0,1-1 0,0 1 0,-1-1 0,1 0 0,-1 1 0,1-1 0,0 0 0,2 0 0,-2 0-195,-1 0-1,0 0 1,0-1-1,1 1 1,-1 0-1,0 0 0,0 0 1,0-1-1,1 1 1,-1-1-1,0 1 1,0-1-1,0 1 0,0-1 1,0 0-1,0 0 1,2-1-1,1-7-4527,0 6 2851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22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 34 5420,'0'-1'230,"1"0"-1,0 0 0,-1 0 0,0-1 1,1 1-1,-1 0 0,0 0 0,0-1 1,0 1-1,1 0 0,-1 0 0,-1-1 0,1 1 1,0 0-1,0 0 0,0-1 0,-1 1 1,1 0-1,0 0 0,-1-1 0,1 1 0,-1 0 1,0 0-1,1 0 0,-2-2 0,2 3-138,0 1-1,0-1 0,0 0 1,0 1-1,0-1 1,0 0-1,0 1 0,1-1 1,-1 0-1,0 1 0,0-1 1,0 0-1,0 0 0,0 1 1,0-1-1,-1 0 0,1 1 1,0-1-1,0 0 1,0 1-1,0-1 0,0 0 1,0 1-1,0-1 0,-1 0 1,1 0-1,0 1 0,0-1 1,0 0-1,-1 0 0,1 1 1,-13 12 1487,-5 7-695,18-20-880,0 1 1,-1-1-1,1 0 1,0 0-1,0 1 1,0-1 0,0 0-1,0 1 1,0-1-1,0 0 1,-1 1-1,1-1 1,0 0-1,0 1 1,0-1-1,0 0 1,0 1-1,1-1 1,-1 0-1,0 0 1,0 1-1,0-1 1,0 0-1,0 1 1,0-1-1,0 0 1,1 1 0,-1-1-1,0 0 1,0 0-1,0 1 1,1-1-1,-1 0 1,0 0-1,1 1 1,13 4-7,-12-4 15,-1-1 0,1 1 0,-1-1 0,0 0 0,1 0 0,-1 0 0,1 0-1,-1 0 1,1 0 0,-1 0 0,0-1 0,1 1 0,-1 0 0,1-1 0,-1 1-1,0-1 1,1 0 0,-1 1 0,1-2 0,-1 0 7,0 0 0,0-1 0,0 1-1,-1 0 1,1 0 0,-1-1 0,0 1 0,0-1 0,1 1 0,-2 0-1,1-1 1,0 1 0,0 0 0,-1-3 0,-1-13 955,-4 40-1029,5-20 62,0-1-1,0 1 0,1 0 0,-1-1 0,1 1 1,-1 0-1,1-1 0,-1 1 0,1 0 0,0 0 1,0 0-1,0-1 0,0 1 0,0 0 1,0 0-1,1 0 0,-1-1 0,0 1 0,1 0 1,0-1-1,-1 1 0,1 0 0,1 1 0,-1-1 20,1-1 0,0 1 0,0-1 0,0 0 0,0 0 0,1 1-1,-1-1 1,0-1 0,0 1 0,1 0 0,-1 0 0,0-1 0,1 1-1,-1-1 1,1 0 0,-1 0 0,0 0 0,1 0 0,-1 0 0,1-1-1,-1 1 1,0-1 0,1 1 0,3-2 0,-3 1-11,0 0 0,0 0 0,0 0 0,-1 0-1,1 0 1,0-1 0,0 1 0,-1-1 0,1 0 0,-1 1 0,1-1 0,-1 0 0,0-1 0,0 1 0,0 0-1,0-1 1,0 1 0,0-1 0,2-5 0,-8-13-5,3 15-16,3 12-127,13 37 813,-13-34-721,-2-8-7,0 1 0,0-1-1,0 0 1,0 1 0,1-1 0,-1 1-1,1-1 1,-1 0 0,1 1-1,-1-1 1,1 0 0,0 1 0,-1-1-1,1 0 1,0 0 0,0 0 0,0 0-1,0 0 1,2 1 0,0-2-3571,-2 0 1675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23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20 6709,'-1'-1'103,"1"1"1,-1 0 0,0-1 0,1 1 0,-1 0-1,0-1 1,1 1 0,-1-1 0,1 1 0,-1-1-1,1 1 1,-1-1 0,1 1 0,-1-1 0,1 0-1,0 1 1,-1-1 0,1 0 0,0 1-1,-1-1 1,1 0 0,0 0 0,0 0-60,0 1 0,0 0 0,-1 0 0,1 0 0,0 0 0,0-1 0,0 1 1,0 0-1,0 0 0,0 0 0,0 0 0,0-1 0,0 1 0,0 0 0,0 0 0,0 0 0,0-1 0,0 1 1,1 0-1,-1 0 0,0 0 0,0 0 0,0 0 0,0-1 0,0 1 0,0 0 0,0 0 0,0 0 0,1 0 1,-1 0-1,0-1 0,0 1 0,0 0 0,0 0 0,0 0 0,1 0 0,-1 0 0,0 0 0,0 0 0,0 0 1,0 0-1,1 0 0,-1 0 0,0 0 0,0 0 0,0 0 0,0 0 0,1 0 0,-1 0 0,0 0 0,0 0 1,0 0-1,0 0 0,1 0 0,-1 0 0,0 0 0,0 0 0,0 0 0,0 0 0,1 0 0,-1 0 0,0 0 1,0 1-1,0-1 0,10 12-1133,-9-8 177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23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 4712,'7'-10'1139,"-7"9"-1074,0 0 0,1 0 0,-1 1 0,0-1 0,1 0 0,-1 0 0,1 1 0,-1-1 0,1 0 0,-1 1 0,1-1 0,-1 1 0,1-1 0,0 1 0,-1-1 0,1 1 0,0-1 0,-1 1 0,1-1 0,0 1 0,0 0 0,-1 0 0,1-1 0,0 1 0,0 0 0,0 0 0,-1 0 0,1 0 0,0 0 0,0 0 0,0 0 0,-1 0 0,1 0-1,0 0 1,0 0 0,0 0 0,-1 1 0,3 0 0,-2-1-13,-1 0-1,1 0 0,0 1 0,0-1 0,0 0 0,-1 1 0,1-1 0,0 0 0,0 1 1,-1-1-1,1 1 0,0-1 0,-1 1 0,1 0 0,0-1 0,-1 1 0,1 0 0,-1-1 1,1 1-1,-1 0 0,0 0 0,1-1 0,-1 1 0,1 1 0,-1 0 49,0-1 0,0 1-1,0 0 1,-1 0 0,1-1-1,0 1 1,-1 0 0,0-1-1,1 1 1,-1-1 0,0 1-1,-1 2 1,0-1 10,1 0 0,-1 0 0,1 0 0,0 0 0,0 0 0,0 0 0,0 1 0,0-1 0,1 0 0,-1 1 0,1-1 0,0 0 1,0 5-1,0-7-63,1-4 69,-1 0 1,1 0-1,0 0 0,0 0 1,0 0-1,0 0 0,0 0 1,0 0-1,1 0 0,0 1 0,-1-1 1,1 1-1,0-1 0,0 1 1,0 0-1,1-1 0,3-1 1,-5 2-121,1 1 0,0 0 1,-1 0-1,1 0 0,0 0 0,0 0 1,-1 0-1,1 0 0,0 1 1,0-1-1,0 1 0,0-1 1,0 1-1,0 0 0,0 0 0,0 0 1,0 0-1,0 0 0,0 0 1,0 1-1,0-1 0,0 1 1,0-1-1,0 1 0,0 0 0,-1-1 1,1 1-1,0 0 0,0 0 1,1 2-1,-2-2 11,0-1 1,0 1-1,0 0 0,-1 0 1,1-1-1,0 1 1,0 0-1,-1 0 0,1 0 1,-1 0-1,1 0 0,-1 0 1,1 0-1,-1 0 1,0 0-1,1 0 0,-1 0 1,0 0-1,0 0 0,0 0 1,0 2-1,-7 21 376,6-23-361,0 1-1,0 0 1,0 0 0,1 0 0,-1-1 0,0 1 0,1 0-1,0 0 1,-1 0 0,1 0 0,0 0 0,0 0 0,0 0 0,0 0-1,0 0 1,1 2 0,0-3-25,-1-1 0,1 1 0,-1 0 1,1 0-1,0-1 0,0 1 0,-1 0 0,1-1 0,0 1 0,0-1 0,0 1 0,-1-1 1,1 1-1,0-1 0,0 0 0,0 1 0,0-1 0,0 0 0,0 0 0,0 0 0,0 0 0,0 0 1,0 0-1,0 0 0,0 0 0,0 0 0,1 0 0,10-3-3155,-8 2 1540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23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18 9045,'-1'-12'1168,"1"7"1433,11 5-1784,-2 5-2778,-7-4 928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24.0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18 4440,'-1'-2'273,"0"1"-1,-1-1 0,1 1 0,0 0 0,-1 0 0,0-1 0,1 1 0,-1 0 1,1 0-1,-1 1 0,0-1 0,0 0 0,1 1 0,-1-1 0,0 1 1,0-1-1,0 1 0,0 0 0,0 0 0,1 0 0,-1 0 0,0 0 0,0 0 1,0 0-1,0 1 0,0-1 0,1 1 0,-1-1 0,0 1 0,0 0 1,1 0-1,-1-1 0,0 1 0,1 1 0,-1-1 0,-2 2 0,-4 5 951,4-5-936,0 1-1,0 0 1,1 0 0,0 0-1,-5 7 1,7-9-276,0-1 0,1 1 0,-1 0 0,0 0 1,1 0-1,0-1 0,-1 1 0,1 0 1,0 0-1,0 0 0,0 0 0,0 0 0,0 0 1,0-1-1,1 1 0,-1 0 0,1 0 0,-1 0 1,1-1-1,1 4 0,-1-3 0,0 1 1,0 0-1,1-1 0,-1 1 0,1-1 1,-1 1-1,1-1 0,0 0 0,0 0 1,0 0-1,0 0 0,0 0 1,0 0-1,1 0 0,-1-1 0,1 1 1,-1-1-1,1 0 0,-1 0 1,1 0-1,0 0 0,0 0 0,3 0 1,-2 0 1,-1 0 0,1-1 1,0 0-1,0 0 0,0 0 0,0 0 1,0 0-1,0-1 0,-1 1 1,1-1-1,0 0 0,0-1 0,-1 1 1,1 0-1,5-4 0,-7 4-17,0-1 0,0 1 0,0-1 1,0 1-1,0-1 0,0 0 0,0 0 0,2-3 0,-4 4-133,1 0 0,-1 1 1,0-1-1,1 1 0,-1-1 1,0 0-1,0 1 0,0-1 0,0 0 1,0 0-1,0 1 0,0-1 1,0 0-1,0 1 0,0-1 0,0 0 1,0 1-1,0-1 0,-1 0 1,1 1-1,0-1 0,0 0 0,-1 1 1,1-1-1,0 1 0,-1-1 1,1 1-1,-1-1 0,1 0 0,-1 1 1,1 0-1,-1-1 0,1 1 1,-2-1-1,-3-1-1568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24.4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5 6785,'-2'-4'1528,"-1"6"-176,2 9-534,1 0-293,1-1 1,0 1-1,0-1 0,5 14 1,-3-7-59,-1 22 122,-2-32-530,0 0 0,0-1-1,0 1 1,3 10 0,-3-17-92,0 0 1,0 0-1,0 0 1,0 0-1,0 0 0,0 0 1,0 0-1,0 0 1,0 0-1,0 0 1,0 0-1,0 0 0,0 0 1,0 0-1,0 0 1,0 0-1,0-1 0,0 1 1,1 0-1,-1 0 1,0 0-1,0 0 0,0 0 1,0 0-1,0 0 1,0 0-1,0 0 0,0 0 1,0 0-1,0 0 1,0 0-1,0 0 1,0 0-1,0 0 0,0 0 1,1 0-1,-1 0 1,0 0-1,0 0 0,1-3-1509,1 2 113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25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30 7453,'-7'-5'521,"5"5"-250,1-1 0,-1 0 1,1 0-1,0 0 0,0 0 1,-1 0-1,1 0 0,0 0 0,0-1 1,0 1-1,0 0 0,-1-3 0,36 8 1822,-27-3-2076,-1 0 0,1 0 0,-1 0 0,0 1 0,11 4 0,-16-6-16,0 1 0,0-1-1,-1 1 1,1-1 0,0 1-1,0-1 1,-1 1 0,1 0-1,0-1 1,-1 1 0,1 0-1,0 0 1,-1-1 0,1 1-1,-1 0 1,1 0 0,-1 0-1,0 0 1,1 1-1,-1-1 7,0 0 0,0 0 0,0 1 0,0-1 1,-1 0-1,1 0 0,0 0 0,-1 1 0,1-1 0,-1 0 0,1 0 0,-1 0 0,0 0 0,1 0 0,-1 0 0,0 0 0,0 0 0,0 0 0,-1 1 0,-4 2 24,-1 0 0,1-1 0,-1 0 0,0 0 0,-9 2 1,6-1 184,17-5 207,18-2-473,-17 2 17,0 0 0,0-1 0,0 1 0,0-1-1,0-1 1,8-3 0,-14 5 34,0-1-1,0 1 1,0-1-1,0 1 1,0-1 0,0 0-1,0 0 1,-1 0 0,1 0-1,-1 0 1,1 0-1,-1 0 1,0 0 0,0 0-1,0-1 1,0 1 0,0-1-1,0 1 1,-1-1-1,1 1 1,-1-1 0,0 1-1,0-1 1,0-4 0,1-5 3057,0 31-2958,0 3-49,-1-13-16,0 0 0,0 0 0,-3 10 1,2-13-22,0-1 1,0 0-1,1 1 1,-1-1-1,1 1 1,1-1 0,-1 1-1,1-1 1,0 0-1,0 1 1,4 9 0,3-8-4,-2-3 27,-7-2 171,6-39-171,-5 29-69,1 0 0,0 0 0,1 0 0,0 0 0,4-10 0,5-24-93,-11 41 122,0 0 0,1 0 0,-1 0 0,0 0 0,1 1 0,-1-1-1,1 0 1,0 0 0,-1 1 0,1-1 0,-1 0 0,1 0 0,0 1 0,0-1-1,-1 1 1,1-1 0,0 1 0,0-1 0,0 1 0,0-1 0,-1 1 0,1 0-1,0-1 1,0 1 0,0 0 0,0 0 0,0 0 0,0 0 0,0 0-1,0 0 1,0 0 0,0 0 0,0 0 0,0 0 0,0 0 0,0 1 0,-1-1-1,1 0 1,0 1 0,0-1 0,1 1 0,0 0 3,-1-1 1,1 1-1,-1-1 1,0 1-1,1 0 0,-1-1 1,0 1-1,0 0 1,1 0-1,-1 0 0,0 0 1,0 0-1,0 0 1,0 0-1,0 1 0,0-1 1,-1 0-1,1 0 1,0 1-1,-1-1 0,1 0 1,-1 1-1,1-1 1,-1 1-1,1-1 0,-1 1 1,0-1-1,0 3 1,0-1-3,0-1 1,-1 1 0,0-1-1,1 1 1,-1-1-1,0 1 1,0-1 0,0 0-1,-1 1 1,1-1 0,0 0-1,-1 0 1,1 0 0,-4 3-1,1-2 1,0 0 0,0-1 0,-1 0 0,1 0 0,-1 0 0,-8 2 0,12-4-113,0 1-1,0-1 1,0 0-1,0 0 1,1 0-1,-1 0 1,0 0-1,0 0 1,0 0-1,0 0 1,0 0-1,1-1 1,-1 1-1,0 0 0,0 0 1,0-1-1,-1 0 1,-1 0-765,-3-1-718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28.5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0 479 1500,'0'0'6955,"15"-5"-6409,8-10 697,-21 13-860,2-1-215,10-11-16,-11 10 245,1-1-181,9-15-57,-9 16 741,0 0-586,12-12 8,-12 12 994,0 1-1176,121-94 247,-119 92-120,2-1-81,21-18-50,-21 18 10,0 0-38,2-2-94,32-23-113,-30 23 63,40-23-183,16-6-64,-36 21 232,95-45 51,-82 48 88,58-9 0,-80 17-110,-18 4 13,1 0 0,0 0 0,-1 1 0,1-1 0,0 1 0,0 0 0,-1 1 0,1 0 0,0-1 0,0 2 0,-1-1 0,1 1 0,-1 0 0,0 0 0,1 0 0,-1 1 0,6 3 0,-3 1 8,0-1 1,-1 1-1,0 1 1,0-1-1,-1 1 1,0 0-1,7 14 1,-5-7 50,-2 1 0,1 0 1,-2 1-1,0 0 1,-1 0-1,-1 0 0,2 29 1,-2-16 28,-2-19-41,-1 0 0,0 1 1,-1-1-1,-3 16 0,-2 26 297,6-52-278,1-1 1,-1 1-1,0-1 0,0 1 1,0 0-1,0-1 0,0 1 1,0-1-1,-1 1 1,1-1-1,0 1 0,0 0 1,0-1-1,0 1 0,-1-1 1,1 1-1,0-1 0,0 1 1,-1-1-1,1 0 1,-1 1-1,1-1 0,0 1 1,-1-1-1,1 0 0,-1 1 1,1-1-1,-1 1 1,0-1 32,0 0 0,1-1 0,-1 1 0,1 0 1,-1 0-1,1-1 0,-1 1 0,0 0 0,1-1 1,-1 1-1,1-1 0,0 1 0,-1 0 1,1-1-1,-1 1 0,1-1 0,0 1 0,-1-1 1,1 1-1,0-1 0,-1 0 0,1 1 0,0-1 1,0 1-1,0-1 0,-1 0 0,1 0 1,-15-27-62,12 24-27,1-1-1,-1 1 0,1 0 0,0-1 1,-2-5-1,2-4-12,2 11 4,0 5 1,0 3-23,0 0-1,1 1 1,0-1-1,0 0 1,0 0 0,4 10-1,3 12 71,-2-1-54,-4-17 35,0-1-1,-1 1 1,1 14 0,-2-23-12,0 0 0,0 0 0,0 0 0,0 0 0,0 0 0,0 0 0,0 0 0,0 0 0,0 0 0,0 0 0,0 1 0,0-1 0,0 0 0,0 0 0,0 0 0,0 0 0,0 0 0,0 0 0,0 0 1,0 0-1,0 0 0,0 1 0,0-1 0,0 0 0,0 0 0,0 0 0,0 0 0,0 0 0,0 0 0,0 0 0,0 0 0,1 0 0,-1 0 0,0 0 0,0 0 0,0 0 0,0 0 0,0 1 0,0-1 0,0 0 1,0 0-1,0 0 0,0 0 0,0 0 0,1 0 0,-1 0 0,0 0 0,0 0 0,0 0 0,0 0 0,0 0 0,0 0 0,0 0 0,0 0 0,0 0 0,1 0 0,-1 0 0,0-1 0,0 1 0,0 0 0,0 0 1,0 0-1,0 0 0,0 0 0,0 0 0,0 0 0,0 0 0,0 0 0,1 0 0,7-10 329,16-27-270,-8 13-61,21-22 101,-6 10-809,-13 11-2527,-15 22 1464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29.4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 6 4804,'-6'-6'2494,"4"11"569,2 0-671,1-13-1914,-7 56-77,-7 16-120,10-45-576,-9 33 0,11-50-332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29.8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14 4344,'6'-13'7772,"-6"18"-7796,-9 142 212,8-144-188,-1 43 470,2-33-777,1-13-1106,1-1 316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30.1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49 4980,'0'0'123,"0"0"0,0 1 0,0-1-1,0 1 1,0-1 0,0 0 0,0 1-1,1-1 1,-1 0 0,0 1 0,0-1-1,0 0 1,0 0 0,1 1 0,-1-1-1,0 0 1,0 1 0,1-1-1,-1 0 1,0 0 0,0 0 0,1 1-1,-1-1 1,0 0 0,1 0 0,-1 0-1,0 0 1,1 1 0,-1-1 0,1 0-1,16 0 1273,18-8-998,-33 8-239,5-3-60,8-1 6,-1 0 1,1 0-1,-1 1 1,1 1-1,0 0 1,24 1-1,-38 1-196,0 0-1,0 0 0,0 0 0,0 0 1,0-1-1,0 1 0,0 0 0,0 0 1,0-1-1,0 1 0,0-1 0,0 1 1,0-1-1,0 0 0,0 1 1,0-1-1,0 0 0,-1 1 0,1-1 1,0 0-1,0 0 0,-1 0 0,1 0 1,-1 0-1,1 0 0,0-1 0,2-3-1365,-1 1 149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30.5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 1888,'3'3'628,"-3"-2"-404,1 0 1,0 0 0,-1-1 0,1 1-1,0 0 1,0 0 0,0 0-1,-1-1 1,1 1 0,0 0 0,0-1-1,0 1 1,0-1 0,0 1 0,1-1-1,-1 1 1,0-1 0,0 0-1,0 0 1,0 1 0,0-1 0,0 0-1,1 0 1,-1 0 0,0 0 0,0 0-1,0-1 1,0 1 0,2-1 0,17-2 31,-1-1 1,20-8 0,0 1-149,-7 7-11,-31-1-1033,-1 2 188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30.8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0 5420,'-1'1'113,"0"0"0,1 0 0,-1 0-1,1 0 1,-1 0 0,0 0-1,1 0 1,0 0 0,-1 0-1,1 0 1,0 0 0,-1 0-1,1 0 1,0 0 0,0 1-1,0-1 1,0 0 0,0 0-1,0 2 1,0 5-101,-3 67 1107,3-74-1131,0 0-1,0-1 0,0 1 0,0 0 0,1 0 0,-1-1 0,0 1 0,0 0 0,0-1 0,1 1 0,-1 0 0,0 0 0,1-1 0,-1 1 0,1-1 0,-1 1 0,1 0 0,-1-1 0,1 1 0,-1-1 0,2 1 0,-2-3-782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31.2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5 5236,'-1'-1'104,"-1"1"137,-1 0-17,3-2-12,-3 4 32,3-4-36,-1 3 44,1-1-36,0 0-112,-1 0-72,2 0-20,1 0 20,-2-2-20,1 3-24,0-2-20,0 3-108,1-3-292,0 1-308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31.6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0 2864,'2'8'143,"0"-1"-1,0 0 1,-1 1-1,0-1 1,0 1-1,-1 0 1,0-1-1,-1 1 1,-2 14-1,1 16 1167,-5-27 1718,4-8-895,3-5-28,1-1-2085,-1 0 0,1 0 0,-1 1 1,1-1-1,-1 0 0,0 0 0,-1-5 0,4-22-37,-2 27-4,0 0 1,1-1-1,-1 1 1,1 0-1,0 0 1,0 0-1,0 0 0,0 0 1,1 1-1,-1-1 1,1 1-1,5-5 1,-7 6-5,0 1 0,1-1-1,-1 0 1,0 1 0,1-1 0,-1 1 0,1-1 0,-1 1 0,1 0 0,-1 0 0,1 0 0,-1-1 0,1 1 0,-1 1 0,1-1 0,-1 0 0,1 0 0,-1 1 0,1-1 0,-1 0 0,0 1 0,1 0 0,-1-1 0,1 1 0,-1 0 0,0-1 0,0 1 0,1 0 0,-1 0 0,0 0-1,0 0 1,2 3 0,-1-2 29,0 1-1,-1 0 1,1 0-1,0 1 0,-1-1 1,0 0-1,1 0 0,-1 1 1,0-1-1,-1 1 1,1-1-1,-1 1 0,1 5 1,-5 45 342,4-42 68,0-12-437,0 0 0,0 0-1,0 0 1,0 1 0,0-1 0,0 0 0,0 0 0,0 0 0,0 0 0,0 1 0,0-1 0,0 0 0,0 0 0,1 0 0,-1 0 0,0 0 0,0 1 0,0-1 0,0 0 0,0 0 0,0 0 0,0 0 0,0 0 0,0 1 0,1-1 0,-1 0 0,0 0 0,0 0-1,0 0 1,0 0 0,0 0 0,1 0 0,-1 0 0,0 0 0,0 0 0,0 0 0,0 0 0,0 0 0,1 1 0,-1-1 0,0 0 0,0 0 0,0 0 0,0 0 0,1-1 0,-1 1 0,0 0 0,0 0 0,0 0 0,0 0 0,1 0 0,-1 0 0,0 0 0,0 0 0,0 0-1,0 0 1,0 0 0,1 0 0,-1-1 0,0 1 0,0 0 0,0 0 0,0 0 0,0 0 0,0 0 0,0 0 0,0-1 0,1 1 0,2-4-1060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32.0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 1 4980,'0'0'635,"-17"6"2913,13-4-3449,1-1 0,-1 1-1,1-1 1,0 1 0,0 0 0,0 0 0,0 1-1,-4 2 1,4 1 31,-19 41 609,21-45-719,0 0 0,1-1 1,-1 1-1,1 0 0,-1 0 0,1 0 0,0 0 1,-1 0-1,1 0 0,0 0 0,0 0 1,1 0-1,-1 1 0,0-2 0,1 1 0,-1 0 1,1 0-1,0 0 0,-1 0 0,1 0 0,2 2 1,-1-2 38,0 0 0,0-1 1,0 1-1,1-1 0,-1 1 0,1-1 1,-1 0-1,1 0 0,-1 0 1,1 0-1,0 0 0,-1-1 0,1 1 1,0-1-1,0 0 0,0 0 1,-1 0-1,4 0 0,-3 0-111,-1 0 1,0-1-1,0 1 0,0 0 0,0-1 0,1 1 0,-1-1 0,0 0 1,0 0-1,0 0 0,0 0 0,0 0 0,0 0 0,-1 0 1,1-1-1,0 1 0,-1-1 0,1 1 0,-1-1 0,1 0 0,-1 1 1,3-5-1,-3-2-923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32.5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0 6285,'0'1'228,"-1"0"0,1 0 1,-1 0-1,1 0 1,-1 0-1,1 0 0,0 0 1,-1 0-1,1 0 0,0 0 1,0 0-1,0 0 1,0 0-1,0 0 0,0 0 1,0 0-1,0 1 1,0 17-422,-1 35 393,4 31-63,-4-84-88,1 0 0,0 1 0,0-1 0,1 1 0,-1-1 0,0 0 0,0 1 0,1-1 0,-1 0 0,1 0 0,-1 1 0,1-1 0,-1 0 0,1 0 0,2 3 0,-3-4-30,0 0 1,1 0 0,-1 1 0,0-1-1,1 0 1,-1 0 0,0 0-1,1 0 1,-1 0 0,1 0-1,-1 0 1,0 0 0,1 1-1,-1-1 1,1 0 0,-1-1-1,1 1 1,-1 0 0,0 0-1,1 0 1,-1 0 0,1 0-1,-1 0 1,1-1 0,15-13-82,14-28-3,-15 11 47,-15 30 14,1 0 1,-1 0-1,0 0 0,0 0 1,1 0-1,-1 0 1,0 0-1,0 0 0,0 0 1,0 0-1,0 0 1,0 0-1,0 0 0,0 0 1,-1 0-1,1 0 1,0 0-1,-1-2 0,1 77-594,3-41 825,-3-31-237,1-1-1,-1 1 1,1-1 0,-1 0 0,1 1 0,0-1 0,0 0-1,0 1 1,-1-1 0,1 0 0,0 0 0,0 0-1,1 0 1,-1 0 0,0 0 0,0 0 0,0 0 0,1-1-1,-1 1 1,3 1 0,1-1-670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35.2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56 236 7537,'2'-14'-550,"2"-20"8106,-4 30-2908,0 2-4183,0 1-420,0 0 0,0 1-1,0-1 1,0 1 0,0-1 0,0 1 0,0-1 0,0 0-1,0 1 1,0-1 0,0 1 0,0-1 0,0 1 0,-1-1 0,1 1-1,0-1 1,0 1 0,-1-1 0,1 1 0,0-1 0,-1 1 0,1-1-1,-1 1 1,1 0 0,0-1 0,-1 1 0,1 0 0,-1-1 0,1 1-1,-1 0 1,1-1 0,-1 1 0,1 0 0,-1 0 0,0 0-1,1 0 1,-1 0 0,1-1 0,-1 1 0,1 0 0,-1 0 0,1 0-1,-1 0 1,0 1 0,1-1 0,-1 0 0,1 0 0,-1 0 0,1 0-1,-1 0 1,1 1 0,-1-1 0,1 0 0,-1 1 0,1-1 0,-1 0-1,1 1 1,-1 0 0,-3 1-52,2 0 0,-1 0 0,0 0 0,0 1 0,1-1 0,-1 1 0,1 0-1,0 0 1,0 0 0,0 0 0,0 0 0,0 0 0,1 1 0,-1-1 0,1 0 0,0 1 0,0-1 0,0 1 0,0 4 0,1-5 65,2 0 66,-2-3-116,0 0-1,-1 1 0,1-1 1,0 0-1,0 0 0,0 0 0,1 1 1,-1-1-1,0 0 0,0 0 1,0 0-1,0 1 0,0-1 1,0 0-1,0 0 0,0 0 0,0 0 1,0 1-1,0-1 0,1 0 1,-1 0-1,0 0 0,0 0 1,0 1-1,0-1 0,0 0 1,1 0-1,-1 0 0,0 0 0,0 0 1,0 0-1,1 0 0,-1 0 1,0 0-1,0 1 0,0-1 1,0 0-1,1 0 0,-1 0 1,0 0-1,0 0 0,1 0 0,5-5 2,0 0-1,0 0 1,0-1-1,-1 1 1,0-1-1,0 0 1,0-1-1,-1 1 1,0-1-1,0 0 0,-1 0 1,0 0-1,4-15 1,-3 11-18,-1-1 0,0 0 1,-1 1-1,0-1 0,-1 0 1,-1 0-1,0-1 0,-3-22 0,3 35 1,0-1 1,1 0-1,-1 1 0,0-1 0,0 1 0,0-1 0,-1 1 0,1-1 0,0 1 0,0-1 0,0 1 0,0-1 0,0 1 0,0-1 0,-1 1 0,1-1 0,0 1 0,0-1 1,-1 1-1,1 0 0,0-1 0,-1 1 0,1-1 0,-1 1 0,1 0 0,0-1 0,-2 1 0,-2 14-285,-1 26 173,5-7 203,6 39 0,-1-26-298,1-30-2324,-6-15 2167,0-1 1,0 1-1,1 0 0,-1-1 0,1 1 0,-1-1 1,1 1-1,-1-1 0,1 1 0,-1-1 0,1 1 0,-1-1 1,1 1-1,-1-1 0,1 0 0,0 1 0,-1-1 0,1 0 1,1 1-1,0-1-1481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35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44 7537,'-1'1'53,"1"-1"0,-1 0 0,1 0 0,-1 0 0,1 0 0,0 0 0,-1 1 0,1-1 0,-1 0 0,1 0 0,0 1 0,-1-1 0,1 0 0,0 1 0,-1-1 0,1 0 0,0 1 0,-1-1 0,1 0 0,0 1 0,0-1 0,-1 1 0,1-1 0,0 0 0,0 1 0,0-1 0,0 1 0,0-1 0,0 1 0,0-1 0,-1 1 0,1-1 0,0 0 0,1 1 0,-1-1 0,0 1 0,0-1 0,0 1 0,0-1 0,0 1 0,0-1 0,0 1 0,1 0 0,14 9 964,-15-9-1019,2-1 40,0 1 0,-1 0 1,1-1-1,-1 1 1,1-1-1,-1 0 0,1 1 1,0-1-1,-1 0 1,1 0-1,0 0 0,-1 0 1,1 0-1,0 0 1,-1-1-1,1 1 0,0-1 1,-1 1-1,1-1 1,-1 1-1,1-1 0,-1 0 1,1 0-1,-1 0 1,1 0-1,-1 0 0,0 0 1,0 0-1,0 0 1,2-3-1,-1 2 112,0 0-1,-1 0 1,1-1-1,-1 1 1,0-1-1,1 1 1,-1-1 0,-1 1-1,1-1 1,0 1-1,-1-1 1,1 0-1,-1 1 1,0-1 0,1 0-1,-2 0 1,1 1-1,0-1 1,-1-3-1,1 6-130,-1-1 0,1 1 0,-1-1 0,1 1-1,-1 0 1,1-1 0,-1 1 0,0 0 0,1-1 0,-1 1-1,1 0 1,-1 0 0,0-1 0,1 1 0,-1 0-1,0 0 1,1 0 0,-1 0 0,0 0 0,1 0 0,-1 0-1,0 0 1,1 0 0,-1 0 0,1 0 0,-1 1-1,0-1 1,1 0 0,-1 0 0,0 1 0,0-1 0,-20 10-176,16-7 158,1 1 0,0 0 0,0 1-1,0-1 1,1 1 0,-1 0 0,1 0-1,0 0 1,1 0 0,-1 0 0,1 1-1,0-1 1,-2 8 0,3-10 12,0 0 0,1 1 1,-1-1-1,1 0 0,-1 1 0,1-1 1,0 1-1,0-1 0,1 0 1,-1 1-1,1-1 0,-1 1 0,1-1 1,0 0-1,0 0 0,1 1 0,-1-1 1,1 0-1,0 0 0,-1 0 0,1-1 1,0 1-1,5 4 0,-6-6 88,1 1 0,0-1 0,0 0-1,0 0 1,0 0 0,0 0 0,0-1 0,0 1 0,0 0-1,0-1 1,0 1 0,0-1 0,0 0 0,0 0 0,1 0-1,-1 0 1,0 0 0,0 0 0,0-1 0,0 1 0,0-1-1,2 0 1,2-1 20,-1 0-1,1-1 1,-1 0 0,0 0-1,0 0 1,8-7 0,-11 8-341,0 0 1,0 0-1,0-1 1,0 1 0,-1-1-1,1 1 1,-1-1-1,1 0 1,-1 1-1,0-1 1,0 0 0,0 0-1,-1 0 1,1 0-1,0-3 1,-2-2-1605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37.4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14 464 6105,'-1'1'73,"1"-1"1,0 0 0,0 0 0,-1 0 0,1 0 0,0 0 0,0 0 0,-1 1-1,1-1 1,0 0 0,-1 0 0,1 0 0,0 0 0,-1 0 0,1 0 0,0 0-1,0 0 1,-1 0 0,1 0 0,0-1 0,-1 1 0,1 0 0,0 0 0,0 0-1,-1 0 1,1 0 0,0 0 0,-1-1 0,1 1 0,0 0 0,0 0 0,0 0-1,-1-1 1,1 1 0,0 0 0,0 0 0,0-1 0,-1 1 0,-2-4 2900,11 7-1079,-8-3-1817,1 0 0,-1 0 0,1 0 0,-1 1-1,0-1 1,1 0 0,-1 0 0,1 0 0,-1 0-1,1 0 1,-1 0 0,1 0 0,-1 0 0,0 0 0,1 0-1,-1-1 1,1 1 0,-1 0 0,1 0 0,-1 0 0,0 0-1,1-1 1,-1 1 0,0 0 0,1 0 0,-1-1-1,0 1 1,1 0 0,-1-1 0,0 1 0,1 0 0,-1-1-1,0 1 1,0 0 0,1-1 0,-1 1 0,0-1 0,0 1-1,0-1 1,14-15-226,74-85 374,-81 93-108,6-2-23,5-6-76,-5 4 1,1 0-1,22-13 1,0 1 136,14-10-128,88-44-1,70 2-276,-186 69 186,-7 2-69,-2 1 4,39-9 28,-39 9-34,-5 3-15,37-6-31,-32 7 179,0 0 0,-1 0 1,1 1-1,-1 1 0,1 0 0,14 4 1,-16 3 85,15 20-26,-16-13 57,4 20-22,-13-34-82,0 0 1,0 0-1,0 1 0,-1-1 1,1 1-1,0-1 0,-1 1 0,0-1 1,1 1-1,-1-1 0,0 1 1,-1 3-1,0 6 12,3 41 142,-2-13-74,-1-1-1,-2 0 1,-2 0 0,-11 45-1,15-81 341,-17-9-417,12 2-104,-7-6 96,1 0 0,0-1 1,-11-13-1,22 23-137,4 6-307,11 18 523,-11-18 55,0 2-30,19 40 143,-21-44 2975,3-2-3031,-3-1-193,-1 0 0,1 0-1,0 0 1,-1 0 0,1 0 0,-1 0 0,1 0-1,0 0 1,-1 0 0,1 0 0,-1 0-1,1 0 1,0 0 0,-1 0 0,1-1-1,-1 1 1,1 0 0,-1 0 0,1-1-1,-1 1 1,1 0 0,-1-1 0,1 1-1,-1 0 1,1-1 0,-1 1 0,0-1-1,1 1 1,0-2 0,22-19 90,-12 6-17,13-26-60,-18 31-122,-2 2-3835,17-31 2032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38.4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27 6873,'-2'-6'2952,"2"5"-2760,0 0 0,0 0-1,-1 1 1,1-1 0,0 0 0,0 0-1,0 1 1,0-1 0,-1 0 0,1 0-1,0 1 1,1-1 0,-1 0 0,0 0-1,0 1 1,0-1 0,0 0 0,1 0-1,-1 1 1,0-1 0,0 0 0,1 1-1,-1-1 1,1 0 0,0 0 0,2 1 1377,1 8-1694,0 20-108,-5-16 308,0 1 0,-1-1-1,-5 19 1,4-18 41,0-1-1,1 1 0,-1 19 1,4-20-1637,3-1-3406,-2-12 3381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38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3 4980,'-3'-3'3462,"9"5"1172,-12 53-4210,6-49-265,-1 1-25,-6 36 80,0 16-3967,7-54 2228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39.1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 4888,'0'0'8927,"8"-2"-8782,48-11 127,45-15-111,-85 27-162,-16 1-188,0 1-1,0-1 0,0 1 1,1-1-1,-1 1 1,0-1-1,0 1 1,0-1-1,0 1 1,0-1-1,0 1 1,0 0-1,0-1 0,0 1 1,0-1-1,0 1 1,0-1-1,0 1 1,0-1-1,-1 1 1,1-1-1,0 1 1,0-1-1,-1 1 0,1-1 1,0 0-1,-1 1 1,0 2-1243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39.4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3240,'1'2'278,"-1"0"0,1 0 0,0 0 0,0 0 0,0 0 0,0-1 0,0 1 0,1 0 0,-1-1 0,0 1 1,1-1-1,-1 1 0,1-1 0,-1 1 0,1-1 0,0 0 0,0 0 0,0 0 0,0 0 0,-1 0 0,1 0 0,0-1 0,0 1 0,0-1 0,1 1 0,-1-1 0,3 0 0,7 1-95,1 0 1,0-1-1,18-3 0,-12 1 101,13-2-9,-31 4-371,0 0-1,0-1 0,0 1 1,0 0-1,1 0 0,-1-1 1,0 1-1,0-1 1,0 1-1,0-1 0,0 1 1,0-1-1,0 0 0,0 0 1,0 1-1,0-1 1,-1 0-1,1 0 0,0 0 1,0 0-1,-1 0 1,2-1-1,-2-3-897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39.7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7613,'0'0'7781,"0"4"-8010,0 58 703,-1-42-545,0-15-173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40.1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42 3800,'0'0'304,"-14"-42"292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40.4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18 4260,'-8'-17'64,"11"16"15,5 8 60,-8-6-124,1 0 0,0 0 0,0 0 0,-1 0 0,1 0 0,-1 0 0,1 0-1,-1 0 1,0 1 0,1-1 0,-1 0 0,0 0 0,0 1 0,0-1 0,0 0 0,0 3-1,0 1 15,1 19 97,-1-19 1365,0-1-861,-1 12 2059,1-12-269,2-13-2909,3-3 358,12-22-43,-17 33 166,0 0-1,1 0 1,-1 1-1,0-1 1,1 0-1,-1 1 0,1-1 1,-1 0-1,1 1 1,-1-1-1,1 0 1,-1 1-1,1-1 1,0 1-1,-1-1 0,1 1 1,0-1-1,21-12-135,-22 13 137,1-1 0,-1 1 0,1 0 0,0 0 0,-1 0 0,1-1 0,-1 1 0,1 0 0,-1 0 0,1 0 0,0 0 0,-1 0 0,1 0 0,-1 0 0,1 0 0,0 0 0,-1 0-1,1 0 1,-1 0 0,1 1 0,-1-1 0,1 0 0,0 0 0,-1 1 0,1-1 0,-1 0 0,1 1 0,-1-1 0,0 0 0,1 1 0,-1-1 0,1 1 0,-1-1 0,1 2 0,1-1-11,-1 0 24,0 1 0,1-1 1,-1 1-1,0 0 0,1-1 0,-1 1 1,0 0-1,0 0 0,-1-1 1,1 1-1,0 0 0,0 0 1,-1 0-1,1 0 0,-1 0 0,0 0 1,0 0-1,0 0 0,0 0 1,0 0-1,0 0 0,0 0 1,0 0-1,-1 0 0,0 3 0,-2 13 47,3-17-78,0-1 0,0 0 0,0 1-1,0-1 1,0 1 0,0-1 0,0 1-1,0-1 1,0 1 0,0-1 0,0 1-1,0-1 1,0 0 0,0 1 0,0-1-1,0 1 1,0-1 0,1 1 0,-1-1-1,0 0 1,0 1 0,0-1 0,1 1-1,-1-1 1,0 0 0,1 1 0,-1-1 0,0 0-1,1 1 1,-1-1 0,0 0 0,1 0-1,-1 1 1,1-1 0,-1 0 0,0 0-1,1 0 1,-1 0 0,1 1 0,-1-1-1,1 0 1,-1 0 0,1 0 0,-1 0-1,1 0 1,-1 0 0,0 0 0,1 0-1,-1 0 1,2-1 0,2-1-951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41.7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68 150 4176,'0'0'1701,"-1"-3"-1223,-2-8 31,2 9 1736,-2 1-1998,1 0-214,1 1-1,-1 0 0,0 0 1,1 0-1,-1 0 0,0 0 1,1 0-1,-1 0 0,1 1 1,-1-1-1,0 1 1,1-1-1,-1 1 0,1-1 1,-1 1-1,1 0 0,-1 0 1,1 0-1,0 0 0,-1 0 1,1 0-1,-1 1 0,-1 1-24,1 0-1,-1-1 1,1 1-1,0 0 0,0 0 1,0 1-1,0-1 1,1 0-1,-3 6 0,4-8 11,0 0-1,0 1 0,-1-1 1,1 0-1,0 0 1,0 0-1,0 1 1,0-1-1,1 0 0,-1 0 1,0 1-1,0-1 1,1 2-1,0 0 30,0-2-37,-1 0-1,0 1 1,0-1 0,1 0-1,-1 0 1,1 0 0,-1 0-1,1 0 1,-1 0 0,1 0-1,0 0 1,-1-1 0,1 1-1,0 0 1,0 0 0,0 0-1,0-1 1,-1 1 0,1 0 0,0-1-1,0 1 1,0-1 0,0 1-1,0-1 1,2 1 0,-2-1-3,0 0-11,0 0 1,0 0-1,0 0 1,0 0 0,0 0-1,0 0 1,1 0 0,-1-1-1,0 1 1,0 0-1,0-1 1,0 1 0,0-1-1,0 1 1,0-1-1,0 1 1,0-1 0,0 0-1,0 1 1,0-1-1,-1 0 1,1 0 0,1-1-1,3-3 14,0 0-1,-1-1 0,1 0 0,-1 0 1,0 0-1,0-1 0,-1 1 1,0-1-1,0 0 0,-1 0 1,0 0-1,0 0 0,0 0 0,-1 0 1,1-13-1,-3 9 45,0-25-215,-1 52 183,1-1 0,0 1 0,1 0 0,1 0 0,0-1 1,4 19-1,-3-22-6,-2-9-5,0 1 0,1 0 0,-1 0 0,1-1 0,0 1 1,0 0-1,0-1 0,1 1 0,-1-1 0,1 1 0,0-1 0,4 6 0,-1-2 62,-4-6-59,-1-1-1,0 1 0,1-1 0,-1 1 0,1 0 1,-1-1-1,1 1 0,-1-1 0,1 0 0,-1 1 1,1-1-1,-1 1 0,1-1 0,0 0 0,-1 1 1,1-1-1,-1 0 0,1 0 0,0 0 0,-1 1 1,1-1-1,0 0 0,-1 0 0,1 0 0,0 0 1,0 0-1,0 0 0,1-1 0,-1 1-1,0-1 1,1 0 0,-1 0-1,0 1 1,0-1-1,0 0 1,0 0 0,0 0-1,0 0 1,0 0 0,2-2-1,-1-1-24,1 0 0,-1 0-1,1-1 1,-1 1 0,-1-1-1,1 1 1,1-6 0,0-9-127,-1 11 50,-1 0 1,0 1-1,0-1 1,-1 0-1,-1-12 1,-10 57-344,18-6 437,-7-30-7,1 0 1,-1 0 0,0 0 0,1 0-1,-1 0 1,1 0 0,-1 0 0,1 0-1,-1 0 1,1 0 0,0 0 0,-1 0-1,1 0 1,0-1 0,0 1 0,0 0-1,0-1 1,0 1 0,-1 0 0,1-1-1,0 1 1,0-1 0,1 0 0,-1 1-1,0-1 1,1 1 0,0-2-179,0 1-1,0-1 1,0 0 0,0 0 0,0 1-1,0-1 1,0-1 0,0 1 0,-1 0-1,1 0 1,0-1 0,2-2-1,20-23-1985,-10 11 885,0-8 559,-13 13 1681,-1 11-908,0 0 0,0-1 0,0 1 0,0 0 0,0 0 0,-1 0 0,1-1 0,0 1 0,0 0 0,0 0 1,-1 0-1,1 0 0,0 0 0,0-1 0,0 1 0,-1 0 0,1 0 0,0 0 0,0 0 0,-1 0 0,1 0 0,0 0 0,0 0 0,-1 0 0,1 0 0,0 0 0,0 0 0,-1 0 1,1 0-1,0 0 0,0 0 0,-1 0 0,1 0 0,0 0 0,0 0 0,-1 1 0,-5 29 200,5-28-236,1-1 0,-1 1 1,1 0-1,0 0 0,0 0 1,0 0-1,0-1 0,0 1 1,0 0-1,0 0 0,1 0 1,-1 0-1,1-1 0,-1 1 1,1 0-1,0 0 0,-1-1 1,1 1-1,0-1 0,0 1 1,0 0-1,1-1 0,-1 0 1,0 1-1,0-1 0,4 2 1,-3-1 28,0-1 0,0 0 0,0 0 0,1 0 0,-1 0 0,0-1 0,1 1 0,-1 0 0,0-1 0,1 0 0,-1 0 0,1 1 0,-1-1 0,1-1 0,-1 1 0,1 0 0,-1-1 0,0 1 0,5-2 0,0-1-19,0 1 1,0-1 0,-1-1-1,1 1 1,11-9-1,-17 11-35,0 0 0,0 0 0,0 0 0,1 0 0,-1-1 0,-1 1 0,1 0 0,0 0 0,0 0 0,0-1 0,-1 1 0,1-1 0,0 1 0,-1 0 0,1-1-1,-1 1 1,0-1 0,0 1 0,1-1 0,-1 1 0,0-1 0,0 1 0,0-1 0,-1 1 0,1-1 0,0 1 0,0-1 0,-1 1 0,1-1 0,-1 1-1,1 0 1,-1-1 0,0 1 0,0 0 0,1-1 0,-3-1 0,2 2 10,0 0 1,0 0-1,0 0 1,0-1-1,0 1 0,0 0 1,0 0-1,0 1 1,-1-1-1,1 0 0,0 0 1,-1 1-1,1-1 1,0 0-1,-1 1 0,1 0 1,-1-1-1,1 1 0,-1 0 1,1 0-1,-1-1 1,1 1-1,-1 1 0,0-1 1,1 0-1,-1 0 1,1 0-1,-1 1 0,1-1 1,0 1-1,-1-1 1,1 1-1,-1 0 0,1-1 1,0 1-1,0 0 0,-1 0 1,1 0-1,0 0 1,0 0-1,0 0 0,0 0 1,0 1-1,0-1 1,0 0-1,0 0 0,0 3 1,-1-1 9,1 1 1,-1 0-1,1 1 1,0-1-1,1 0 1,-1 0-1,1 0 0,0 1 1,0 7-1,0-10 25,0 0 0,1 0 0,-1 0 0,0 0 0,1 0 0,0 0 0,-1 0 0,1 0 0,0 0 0,0 0 0,0 0 0,0 0 0,0-1 0,0 1 0,1 0 0,-1-1 0,1 1 0,-1-1 0,1 1 0,-1-1 0,4 2 0,-3-2-1,0-1-1,0 1 1,0-1-1,-1 0 0,1 0 1,0 0-1,0 0 1,0 0-1,0 0 0,0 0 1,0 0-1,0-1 1,0 1-1,0-1 0,-1 1 1,1-1-1,0 0 0,0 0 1,-1 0-1,1 0 1,0 0-1,-1 0 0,1 0 1,2-3-1,-1 1 159,0-1 0,0 1 0,0 0-1,0-1 1,0 0 0,-1 1 0,0-1 0,0 0 0,3-8-1,-2-4 323,0 0-1,-2 0 0,0 0 0,-1 0 0,-1-1 0,0 1 1,-1 0-1,-5-19 0,7 44-375,0 1 1,-1-1-1,-2 12 1,-3 28-138,7-30-281,1 0 1,0 0 0,2-1 0,0 1 0,8 22 0,-11-38-38,4 5-2330,-3-5 829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6:42.2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36 6873,'0'1'78,"-1"-1"1,1 0 0,-1 0-1,1 1 1,-1-1 0,1 0-1,-1 0 1,1 1 0,-1-1-1,1 1 1,0-1 0,-1 0-1,1 1 1,-1-1 0,1 1-1,0-1 1,0 1 0,-1-1-1,1 1 1,0-1 0,0 1-1,-1 0 1,-1 2 765,8 1-644,-4-3-154,-1 0 0,1 0 0,0 0-1,-1 0 1,1 0 0,0 0 0,0-1 0,0 1-1,0 0 1,0-1 0,0 0 0,0 1-1,0-1 1,0 0 0,0 0 0,0 0 0,0 0-1,0 0 1,0-1 0,0 1 0,0-1-1,0 1 1,2-2 0,3-1 24,-6 3-61,0 0-1,0 0 0,0-1 1,0 1-1,0 0 0,0-1 1,0 1-1,-1 0 1,1-1-1,0 1 0,0-1 1,0 1-1,0-1 0,-1 0 1,1 1-1,0-1 0,-1 0 1,1 0-1,0 1 0,-1-1 1,1 0-1,-1 0 0,1 0 1,-1 0-1,0 0 0,1 0 1,-1 0-1,0 0 0,0 0 1,0 1-1,1-1 0,-1 0 1,0 0-1,0 0 0,0 0 1,-1 0-1,1 0 0,0 0 1,0 0-1,0 0 0,-1 0 1,1 0-1,-1-1 0,1 1 7,0 0 0,-1 0-1,1-1 1,0 1 0,-1 0-1,1 0 1,-1 0 0,1 0 0,-1 0-1,1 0 1,-1 1 0,0-1-1,1 0 1,-1 0 0,0 0-1,0 0 1,1 1 0,-1-1-1,0 0 1,0 1 0,0-1-1,0 1 1,0-1 0,0 1-1,0-1 1,0 1 0,0 0-1,0 0 1,0-1 0,-1 1 0,1 0-1,0 0 1,0 0 0,0 0-1,0 0 1,0 0 0,0 1-1,0-1 1,0 0 0,-1 0-1,1 1 1,0-1 0,0 1-1,0-1 1,0 1 0,-1 0-1,-1 1-19,0 0-1,-1 0 1,1 0-1,0 0 1,0 1-1,1-1 0,-1 1 1,0-1-1,1 1 1,0 0-1,-1 0 1,1 1-1,-2 4 0,2-1 16,0 0-1,0-1 1,1 1-1,1 0 0,-1 0 1,1 0-1,0 0 1,0 0-1,1 0 0,2 9 1,-3-13 24,1 0 0,-1 0 0,1 0 0,0 0 0,0 0 0,0-1 0,0 1 0,1 0 0,-1-1 0,1 1 0,0-1 0,-1 1 0,1-1 0,0 0 0,0 0 0,1 0 0,-1 0 0,0 0 0,1 0 0,-1-1 0,1 1 0,-1-1 0,1 0 0,0 1 0,0-1 0,4 1 1,-6-3 36,1 1 0,0 0 0,-1-1 0,1 1 0,-1-1 0,1 1 1,-1-1-1,1 0 0,-1 0 0,1 1 0,-1-1 0,1 0 0,-1 0 1,0-1-1,0 1 0,1 0 0,0-2 0,20-25 954,-20 26-963,1-7-877,-2 4-261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7:11.2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51 7201,'6'3'10016,"-1"-3"-9859,32-2 650,137-7-626,-53 5 35,280-21-944,-398 25 654,2-1 126,32-7-28,-34 7-128,10-2-1527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7:15.1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4080,'0'0'3167,"10"-1"-2899,28 7 643,-33-5-752,1 0-2,513 42-544,-446-41 577,4 0-70,-4 0 48,-47-3-89,37 5 0,-34-1 12,36-2 0,-45-1-103,9-2-2,18 2 45,4-5-146,17 0 47,-4-3-78,-57 7 153,-4 0-8,0 1 0,0-1 0,0 1 0,0 0 0,1 0 0,-1 0 0,0 0 0,4 2 0,-5-2-10,1 1 1,-1-1-1,0 1 1,1-1-1,-1 0 1,1 0-1,-1 0 1,0 0-1,1 0 1,-1-1-1,1 1 1,-1-1-1,0 1 1,0-1-1,4-2 1,28 3 22,-32-1-85,0 1 1,-1-1-1,1 1 1,0 0-1,0-1 1,0 1-1,0 0 1,0 0-1,-1 1 1,1-1-1,0 0 1,0 0-1,2 2 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7:16.09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22 3896,'24'-6'2833,"33"3"-3013,57-6 345,-42 6-2946,-69 3 2522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7:17.7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19 3328,'15'-7'5239,"1"3"-4998,0 1 0,0 1 0,1 0 0,-1 1 0,1 1 0,23 3 1,-15-2-229,70 11 1170,155 10-995,-114-20 88,-36-8-78,50-1-218,-28 3-201,-61 0 93,-47 3 56,-6 2 49,0-1 0,-1-1-1,1 1 1,0-2-1,-1 1 1,1-1-1,12-4 1,-19 6 24,1-1-1,-1 1 1,1 0 0,0 0 0,-1-1-1,1 1 1,0 1 0,-1-1-1,1 0 1,2 1 0,16-2-80,-9 5-483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7:19.62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2372,'51'8'2112,"-4"0"-1967,-1-3 0,80 0 0,-94-5-211,-1 2 0,43 8 0,-43-5 9,1-1 0,42-1 0,62-2 297,-47 1-115,-59-5-61,-24 2-40,1 1-1,-1-1 1,0 1-1,1 0 1,10 2-1,-14-1-22,0-1 0,1 1 0,-1-1-1,0 1 1,1-1 0,-1 0-1,1-1 1,-1 1 0,1 0-1,4-2 1,5-1 17,-44 7 1482,36-7-2111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7:20.90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3052,'5'1'442,"0"1"0,0-1-1,0 0 1,1-1-1,-1 1 1,0-1 0,6-1-1,2 2 22,-1 0 0,20 5-1,20 1 84,-20-5-407,45 10-1,-47-7 114,58 3 0,-68-7-20,29 6 1,-30-4-285,31 1 0,3-3 352,74 13 0,-101-11-280,-1 0 1,1-2-1,-1-1 1,36-5-1,-2 5 128,-48 0-86,-7 0-57,57-1 41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7:24.54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16 28 5328,'-15'-28'12583,"44"33"-12752,-23-4 59,3 1 3,46 4-90,-17-3 126,-29-3 168,0 1 40,29 1 1,-29-2-19,2 0-21,61 1-360,42-1-203,-88 0 126,-12 1-93,0-1 0,-1 0 0,1-1 0,0-1 0,25-6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7:25.706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16 0 3140,'-16'0'1973,"31"1"-432,21 2-976,6 1-203,52 0 0,-13-1-265,82-6-150,-91 0-122,-14-2 60,-57 6 42,5 2 90,-6-3-37,0 0 1,0 1-1,0-1 1,-1 0-1,1 0 0,0 0 1,0 0-1,0 1 1,0-1-1,0 0 0,0 0 1,0 0-1,0 0 1,0 1-1,-1-1 0,1 0 1,0 0-1,0 0 1,0 0-1,0 0 0,0 0 1,-1 0-1,1 1 0,0-1 1,0 0-1,0 0 1,-1 0-1,1 0 0,0 0 1,0 0-1,0 0 1,0 0-1,-1 0 0,1 0 1,0 0-1,0 0 1,0 0-1,-1 0 0,1 0 1,0 0-1,0 0 1,0 0-1,0 0 0,-1-1 1,1 1-1,0 0 1,0 0-1,-44 3-563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7:26.659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1 2084,'83'4'834,"-57"-3"-689,62 4 55,-39-3-27,-19-1-124,-9 1 348,1-2 0,-1 0 0,29-5-1,-50 5-341,1 0 0,-1 0-1,1 1 1,-1-1-1,1 0 1,-1 0-1,1 0 1,-1-1-1,1 1 1,-1 0-1,1 0 1,-1 0-1,1 0 1,-1 0-1,1-1 1,-1 1 0,0 0-1,1 0 1,-1-1-1,2 0 219,-1 0-219,-1 1 1,0-1-1,0 1 1,1 0 0,-1-1-1,0 1 1,1-1-1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27:28.034"/>
    </inkml:context>
    <inkml:brush xml:id="br0">
      <inkml:brushProperty name="width" value="0.3" units="cm"/>
      <inkml:brushProperty name="height" value="0.6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10 3980,'1'-7'2781,"10"5"-2307,0 2-429,0 0 0,1 1 0,-2 0-1,17 4 1,13 2 209,222 26-216,-67-7 421,-100-13-272,76 7 1085,-33-24 246,-62 1-1255,-12 1-442,-63 2 245,0 1 1,-1-1-1,1 0 1,0 0-1,-1 0 0,1 1 1,-1-1-1,1 0 1,-1 1-1,1-1 0,-1 0 1,2 2 199,-1-2-200,-1 1 0,0-1 1,1 1-1,0 1 1,-1-2-61,0 0 0,0 0 0,0 0 1,0 0-1,0 0 0,0 1 0,0-1 1,0 0-1,0 0 0,0 0 1,0 0-1,0 1 0,0-1 0,0 0 1,0 0-1,0 0 0,0 0 0,-1 1 1,1-1-1,0 0 0,0 0 1,0 0-1,0 0 0,0 0 0,0 0 1,0 1-1,0-1 0,-1 0 1,1 0-1,0 0 0,0 0 0,0 0 1,0 0-1,0 0 0,-1 0 0,1 0 1,0 1-1,0-1 0,0 0 1,0 0-1,-1 0 0,1 0 0,0 0 1,0 0-1,0 0 0,0 0 0,0 0 1,-1 0-1,1 0 0,0-1 1,0 1-1,0 0 0,0 0 0,-1 0 1,1 0-1,0 0 0,0 0 0,0 0 1,0 0-1,0 0 0,-1 0 1,1-1-1,0 1 0,0 0 0,0 0 1,0 0-1,0 0 0,0 0 1,-6-2-613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0:40.5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1 2336,'-3'1'1098,"5"-2"242,-2 1-1321,0 0 1,1 0-1,-1 0 1,0 0-1,0 0 0,0 0 1,0 0-1,1 0 1,-1 0-1,0 0 0,0 0 1,0 0-1,0 0 1,1 0-1,-1 0 0,0 0 1,0 0-1,0 0 0,0 0 1,1 0-1,-1 0 1,0 0-1,0 0 0,0 0 1,0 0-1,0 1 1,1-1-1,-1 0 0,0 0 1,0 0-1,0 0 0,0 0 1,0 0-1,0 1 1,0-1-1,1 0 0,-1 0 1,0 0-1,0 0 1,0 0-1,0 1 0,0-1 1,0 0-1,0 0 1,0 29-81,1-12 62,-1 0 0,0-1 0,-5 23 1,-1-21-1070,4-14 489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0:41.3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12 2312,'-1'-11'1263,"6"16"-1051,-3-2-231,-1 0 1,0 0-1,1 1 1,-1-1-1,0 0 1,1 7-1,-4 43 60,1-48-28,1-1 1,-1 0-1,0 1 1,0-1-1,0 0 0,-1 0 1,1 0-1,-1 0 1,0 0-1,-3 3 1,3-10 2136,2-13-888,0 12-1209,1 0-1,0 0 1,-1 0-1,1 0 1,1 0-1,2-7 0,-1 7-61,-1-1-1,2 1 1,-1 0-1,0 0 1,1 1 0,0-1-1,-1 1 1,1 0-1,1-1 1,6-2-1,-10 5 1,1 0 0,-1 1 0,0-1 0,0 1 0,1 0 0,-1-1 0,1 1 0,-1 0 0,0 0 0,1 0 0,-1 0 0,1 0-1,-1 0 1,0 0 0,1 1 0,-1-1 0,2 1 0,-1 0 5,0 0 1,-1 0-1,1 0 0,-1 0 0,0 1 0,1-1 0,-1 0 1,0 1-1,0-1 0,0 1 0,0-1 0,0 1 1,0-1-1,0 1 0,0 0 0,0 3 0,21 59 41,-22-64-164,0 1 1,0-1-1,1 0 0,-1 1 1,0-1-1,0 0 0,1 0 1,-1 1-1,0-1 0,0 0 1,1 0-1,-1 0 1,0 1-1,1-1 0,-1 0 1,0 0-1,1 0 0,-1 0 1,0 0-1,1 0 0,-1 0 1,0 0-1,1 0 0,-1 0 1,0 0-1,1 0 0,2-1-647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0:43.2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59 130 2812,'-1'-2'254,"0"1"-1,0 0 0,0-1 1,0 1-1,0 0 0,-1 0 1,1 0-1,0 0 0,0 0 1,-3-1-1,4 1-164,-1 1 0,1 0-1,-1 0 1,1-1 0,0 1 0,-1 0-1,1 0 1,-1 0 0,0-1 0,1 1-1,-1 0 1,1 0 0,-1 0 0,1 0-1,-1 0 1,1 0 0,-1 0-1,1 0 1,-1 0 0,1 0 0,-1 1-1,1-1 1,-1 0 0,1 0 0,-1 0-1,1 1 1,-1-1 0,1 0 0,-1 0-1,0 1 1,-2 4-82,0-1-1,0 1 1,0 0-1,0 0 1,1 0 0,0 0-1,0 0 1,0 0-1,-1 12 1,2-16-5,1 1 0,0-1 0,0 1 0,0-1 0,0 1 0,0-1 0,0 1 0,0-1 0,0 1 0,1 0 0,-1-1 0,1 0 0,-1 1 0,1-1-1,0 1 1,-1-1 0,1 0 0,0 1 0,0-1 0,0 0 0,0 0 0,0 1 0,0-1 0,0 0 0,1 0 0,-1 0 0,0-1 0,0 1 0,1 0 0,-1 0 0,1-1 0,-1 1 0,1-1 0,-1 1 0,1-1 0,-1 1 0,1-1 0,-1 0 0,3 0 0,1 1 16,-1-1 0,0 0 0,0 0 0,1 0 0,-1-1 0,0 1 0,0-1 1,0 0-1,0 0 0,0-1 0,0 1 0,0-1 0,0 0 0,0 0 0,0 0 0,-1 0 0,0-1 1,1 1-1,-1-1 0,0 0 0,0 0 0,0 0 0,0-1 0,3-5 0,-2 3 49,-1-1 0,0 0-1,0 1 1,-1-1-1,1 0 1,-2 0 0,1-1-1,-1 1 1,0 0 0,0-1-1,-1 1 1,0 0 0,-2-12-1,0 13 211,0 9-140,-5 18-133,5-11-6,0 0 0,1 0 1,0 18-1,2-22 15,0 0-1,0-1 1,1 1 0,0 0 0,0 0 0,0-1-1,0 1 1,1-1 0,5 8 0,-7-12-4,0 0 0,0 1-1,0-1 1,0 0 0,0 0 0,0-1 0,0 1 0,1 0 0,-1 0 0,0 0 0,0-1 0,1 1 0,-1-1-1,0 1 1,1-1 0,-1 1 0,1-1 0,1 0 0,-2 0 3,1 0 0,0-1 0,0 1 0,-1 0 0,1-1 0,0 0 0,0 1 0,-1-1 0,1 0-1,-1 0 1,1 0 0,-1 0 0,1 0 0,-1 0 0,1-1 0,-1 1 0,0 0 0,1-3 0,2 0-13,-1 0 0,1-1 0,-1 0 0,0 1 1,-1-1-1,1 0 0,-1-1 0,0 1 0,-1 0 0,1-1 0,0-6 0,-1 16-400,2 29 317,-3-31 87,0 0-1,0-1 1,1 1 0,-1 0 0,1-1 0,-1 1-1,1 0 1,0-1 0,-1 1 0,1-1 0,0 1 0,0-1-1,0 1 1,0-1 0,0 0 0,1 0 0,-1 1-1,2 0 1,-1-1 7,0-1-1,0 1 1,0 0-1,0-1 1,0 0-1,0 1 1,0-1-1,0 0 1,0 0-1,0 0 1,0-1-1,0 1 1,0 0-1,0-1 1,0 1-1,0-1 1,0 0-1,0 0 1,-1 1-1,1-1 1,2-2-1,1-1-15,0 0-1,0 0 1,0 0-1,-1-1 1,0 0-1,4-5 1,4-16-46,-6 14-169,-4 29 4,-2-12 214,0 0 1,0 0 0,1-1 0,0 1-1,0 0 1,0 0 0,0-1 0,1 1 0,-1-1-1,4 5 1,-4-6 1,1-1 0,-1 0-1,1 0 1,-1-1 0,1 1 0,0 0 0,0 0-1,0-1 1,0 1 0,0-1 0,0 0-1,1 0 1,-1 0 0,0 0 0,1 0 0,-1 0-1,1 0 1,-1-1 0,1 1 0,-1-1-1,4 0 1,1 1-14,0-1-1,0 0 0,0 0 1,0 0-1,0-1 1,9-2-1,-14 2 19,1 0 0,0 0-1,0-1 1,-1 1 0,1-1 0,-1 1 0,1-1-1,-1 0 1,0 1 0,0-1 0,0-1-1,0 1 1,0 0 0,0 0 0,0-1-1,-1 1 1,3-5 0,-3 6-3,0 0 1,0-1 0,0 0-1,-1 1 1,1-1-1,0 1 1,0-1 0,-1 0-1,1 0 1,-1 1-1,0-1 1,1 0-1,-1 0 1,0 1 0,0-1-1,0 0 1,0 0-1,-1 0 1,1 1-1,0-1 1,-1 0 0,1 0-1,-1 1 1,0-1-1,1 0 1,-1 1 0,0-1-1,0 1 1,-1-2-1,2 2-6,-1 0 0,1 1 0,0-1 1,-1 1-1,1-1 0,-1 1 0,1 0 0,-1-1 0,1 1 0,-1-1 0,1 1 0,-1 0 0,1-1 0,-1 1 0,0 0 0,1 0 0,-1-1 0,1 1 1,-1 0-1,0 0 0,1 0 0,-1 0 0,0 0 0,1 0 0,-1 0 0,1 0 0,-1 0 0,-1 0 0,1 1 4,-1-1 1,0 1-1,1 0 0,-1 0 0,0 0 1,1 0-1,-1 0 0,1 0 1,-1 0-1,-1 2 0,0 0 7,0 1 0,1-1-1,-1 0 1,1 1 0,-1 0 0,1-1 0,0 1-1,1 0 1,-3 7 0,3-8-11,1 0-1,0 0 1,-1 0 0,1 1-1,1-1 1,-1 0 0,0 0-1,1 0 1,0 0 0,-1 1-1,1-1 1,0 0-1,3 4 1,-4-6 7,1 0 1,0 0-1,0 1 0,0-1 0,0 0 0,0 0 1,0 0-1,0 0 0,0 0 0,0 0 0,1-1 1,-1 1-1,0 0 0,1-1 0,-1 1 1,0-1-1,1 1 0,-1-1 0,1 1 0,-1-1 1,1 0-1,-1 0 0,0 0 0,1 0 0,-1 0 1,1 0-1,-1 0 0,1 0 0,-1-1 0,1 1 1,1-1-1,3-1 23,-1 0 0,0 0 1,0 0-1,-1 0 0,1-1 1,0 0-1,-1 0 0,0 0 0,1 0 1,-1-1-1,0 0 0,-1 0 1,1 0-1,-1 0 0,0 0 0,0-1 1,0 0-1,0 1 0,-1-1 1,3-10-1,-2 6-22,-1 0 0,0 0 1,-1 0-1,0 0 0,-1 0 1,0-1-1,0 1 0,-1 0 0,0 0 1,-1-1-1,-3-11 0,-5-1 19,10 21-18,0 0-1,0 1 0,-1-1 0,1 0 1,-1 0-1,1 0 0,-1 1 0,1-1 1,-1 0-1,1 1 0,-1-1 1,0 0-1,1 1 0,-1-1 0,0 1 1,1-1-1,-1 1 0,0-1 1,0 1-1,0 0 0,1-1 0,-3 1 1,1 3-31,0 0 1,0 0 0,0 1 0,0-1 0,0 1 0,0-1 0,1 1 0,-2 5 0,1-3 0,-1 1 29,1 0 1,0 1-1,1-1 1,-1 0-1,1 0 1,1 1-1,-1-1 1,1 1-1,0-1 1,1 0-1,2 12 1,-2-13 13,1-1 0,-1 1 0,1-1 0,1 0 0,-1 1 1,1-1-1,0 0 0,0 0 0,0-1 0,0 1 0,1-1 0,0 1 1,0-1-1,0 0 0,6 3 0,-6-4 49,-2-1-182,0 0 1,0-1-1,-1 1 0,1-1 1,0 0-1,0 1 0,1-1 1,-1 0-1,0 0 0,0-1 1,0 1-1,1 0 1,-1-1-1,0 1 0,1-1 1,-1 0-1,0 0 0,1 0 1,-1 0-1,0 0 1,1 0-1,2-1 0,8-4-1773,-10 4 1535,0 0-1,0-1 1,0 1 0,0-1-1,0 1 1,4-4-1,-6 4 330,0 0 0,0 0-1,-1 0 1,1 0 0,0 0-1,0 0 1,-1-1-1,1 1 1,-1 0 0,1 0-1,-1-1 1,0 1 0,1 0-1,-1-1 1,0 1-1,0 0 1,0-1 0,0 1-1,0 0 1,0-3 0,-6-21 520,6 24-312,0 0 1,-1 0-1,1 0 0,0 0 1,-1 0-1,1 1 0,0-1 0,-1 0 1,1 0-1,-1 0 0,0 0 1,1 1-1,-1-1 0,0 0 0,1 1 1,-1-1-1,0 0 0,0 1 1,1-1-1,-1 1 0,0-1 0,-1 0 1,1 1-163,1 0 0,0 0 0,0 0 1,0 0-1,-1 0 0,1 0 0,0 0 1,0 0-1,0 0 0,0 0 0,-1 0 1,1 0-1,0 1 0,0-1 0,0 0 1,0 0-1,0 0 0,-1 0 0,1 0 1,0 0-1,0 0 0,0 1 0,0-1 1,0 0-1,0 0 0,-1 0 0,1 0 1,0 0-1,0 1 0,0-1 0,0 0 1,0 0-1,0 0 0,0 0 0,0 1 1,0-1-1,0 0 0,0 0 0,0 0 1,0 1-1,4 9 167,-4-8-181,1 0-1,0-1 1,1 1 0,-1-1-1,0 1 1,0-1 0,0 0-1,1 1 1,-1-1-1,4 2 1,-1-2 33,1-1 0,0 1-1,-1-1 1,1 0 0,0-1 0,-1 1-1,1-1 1,0 0 0,-1 0 0,1 0-1,-1 0 1,1-1 0,-1 0 0,0 0-1,0 0 1,0-1 0,0 1 0,0-1 0,0 0-1,-1 0 1,1 0 0,5-7 0,-8 9-27,-1 0 1,1 0 0,0 0 0,-1 0 0,1 0 0,-1 0 0,1 0 0,-1 0-1,1 0 1,-1 0 0,0 0 0,0 0 0,1 0 0,-1 0 0,0 0 0,0 0-1,0-1 1,0 1 0,0 0 0,0 0 0,-1 0 0,1 0 0,0 0 0,0 0-1,-1 0 1,1 0 0,-1 0 0,1 0 0,-1 0 0,1 0 0,-1 0 0,0 0 0,1 0-1,-1 0 1,0 1 0,-1-2 0,1 1-11,-1 0 0,1 0-1,0 1 1,-1-1 0,1 0 0,0 1 0,-1-1-1,1 1 1,-1-1 0,1 1 0,-1 0-1,1 0 1,-1 0 0,1 0 0,-1 0 0,1 0-1,-1 0 1,1 0 0,-1 0 0,1 1 0,-1-1-1,1 1 1,-1-1 0,1 1 0,0-1-1,-3 2 1,1 1-13,0-1 0,-1 1 0,1 0-1,0 0 1,1 0 0,-1 0 0,1 1 0,-1-1-1,1 1 1,0-1 0,0 1 0,0 0-1,1 0 1,-1 0 0,1 0 0,0 0 0,0 0-1,0 5 1,1-7 20,0 0 0,0 0 0,0 1 1,0-1-1,0 0 0,1 0 0,-1 1 0,1-1 0,0 0 0,0 0 0,-1 0 0,1 0 0,0 0 0,1 0 0,-1 0 0,0 0 1,1 0-1,-1-1 0,1 1 0,-1 0 0,1-1 0,0 1 0,-1-1 0,1 0 0,0 0 0,0 0 0,0 0 0,0 0 0,0 0 1,1 0-1,-1 0 0,0-1 0,0 1 0,4-1 0,3 2 109,0-1-1,0-1 1,0 0 0,11-1-1,-17 1-57,0 0 1,0-1-1,-1 1 0,1-1 0,-1 0 0,1 0 0,0 0 0,3-2 0,-6 2-38,1 1 1,0-1 0,0 0 0,-1 1-1,1-1 1,0 0 0,-1 1-1,1-1 1,-1 0 0,1 0-1,-1 0 1,1 1 0,-1-1-1,0 0 1,1 0 0,-1 0 0,0 0-1,0 0 1,1 0 0,-1 0-1,0 0 1,0 0 0,0 0-1,0-1 1,-6-14-3067,3 13 1708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0:48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1812,'0'0'92,"14"-30"916,-16 23-948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0:49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25 2044,'-1'1'62,"1"1"0,-1-1 0,0 1 0,0 0 0,1 0 0,-1-1-1,1 1 1,0 0 0,-1 0 0,1-1 0,0 1 0,0 0 0,0 3 0,-2 41 401,3-37-341,2 31 33,-2-38-138,-1 0 0,0 0 0,1-1 1,-1 1-1,1 0 0,-1 0 0,1 0 0,0 0 0,0-1 0,0 1 0,0 0 1,0-1-1,0 1 0,0-1 0,3 3 0,-3-3-3,1-1 0,0 1 0,-1-1 0,1 1 0,0-1 0,0 0 0,-1 0 0,1 1 0,0-1 0,0 0 0,-1-1 0,1 1 0,0 0 0,0 0 0,-1-1 0,1 1 0,0-1 0,-1 1 0,1-1 0,-1 0 1,1 0-1,0 0 0,-1 0 0,0 0 0,1 0 0,-1 0 0,2-1 0,3-4 5,-1 1 0,1-1 0,-1 0-1,7-10 1,-5 5 156,-1 0 0,0 0-1,-1-1 1,0 0 0,-1 0 0,0 0-1,-1 0 1,3-24 0,-9 53-140,1-2 2,-3 29-1,5-41-27,0 1 1,0-1 0,1 1-1,-1-1 1,1 0-1,-1 1 1,1-1-1,0 0 1,1 1-1,-1-1 1,0 0-1,1 0 1,0 0-1,2 4 1,-3-6 3,0-1 0,-1 1-1,1-1 1,-1 1 0,1-1 0,0 1 0,0-1-1,-1 1 1,1-1 0,0 1 0,0-1 0,-1 0 0,1 0-1,0 1 1,0-1 0,0 0 0,0 0 0,-1 0 0,1 0-1,0 0 1,0 0 0,0 0 0,0 0 0,0-1-1,2 1 32,-1-1-1,0 0 1,0 0-1,0 0 1,0 0-1,0 0 1,-1 0-1,1-1 1,2-1-1,0-1 96,-1 1 0,1-1 0,-1 0 0,0 0-1,0-1 1,0 1 0,3-9 0,-4 8-13,-1-1-1,1 1 1,-1-1 0,0-10-1,-1 13-100,0 1-1,0 0 1,0 0 0,0 0-1,0-1 1,-1 1-1,1 0 1,-1 0-1,0 0 1,1 0 0,-1 0-1,0 0 1,0 0-1,0 0 1,-3-3 0,4 5-48,0 0 0,0 0 1,0 0-1,0 0 1,0 0-1,0 0 1,0-1-1,0 1 0,0 0 1,-1 0-1,1 0 1,0 0-1,0 0 1,0 0-1,0 0 0,0 0 1,0-1-1,-1 1 1,1 0-1,0 0 1,0 0-1,0 0 0,0 0 1,-1 0-1,1 0 1,0 0-1,0 0 1,0 0-1,0 0 1,0 0-1,-1 0 0,1 0 1,0 0-1,0 0 1,0 0-1,0 0 1,0 1-1,-1-1 0,1 0 1,0 0-1,0 0 1,0 0-1,0 0 1,0 0-1,0 0 0,-1 0 1,1 1-1,0-1 1,0 0-1,0 0 1,0 0-1,0 0 1,0 0-1,0 0 0,0 1 1,0-1-1,-3 13-1909,1-4 832,1-3 115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0:49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11 3112,'-1'0'-40,"-3"-2"2334,7-6 1,3 117-1087,-3-100-1235,-2-2-3112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0:50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28 2812,'-9'-8'911,"6"4"582,7-9-562,-4 13-937,0 0 0,0-1 0,0 1 0,0 0 0,0 0 0,0 0 0,0 0 0,0 0 0,0 0 0,0 0 0,0 0-1,0 0 1,0 0 0,0 0 0,0 0 0,0 0 0,0 0 0,0 0 0,0 0 0,-1 0 0,1 0 0,0 0 0,0 0 0,0 0 0,0 0 0,0 0 0,0-1-1,0 1 1,0 0 0,0 0 0,0 0 0,0 0 0,0 0 0,0 0 0,0 0 0,0 0 0,0 0 0,0 0 0,0 0 0,-2 1-1305,-1 0 601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0:50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2280,'0'4'108,"0"0"0,0 0 0,0 0 0,0 0 0,1 0-1,1 6 1,-1-3 61,1 2-25,0-2-101,-1-1 0,0 1 0,-1 0-1,1 0 1,-1 0 0,0 0 0,-1 0 0,-2 9 0,0-8 612,6-16 390,6-20 446,-8 20-1486,0 1 1,1 0 0,0-1-1,0 1 1,0 0 0,1 0-1,0 0 1,1 0 0,0 0-1,0 1 1,7-9 0,-10 14-13,-1 1 1,1-1 0,-1 1 0,1-1 0,-1 1-1,1-1 1,-1 1 0,1 0 0,-1-1 0,1 1-1,0 0 1,-1-1 0,1 1 0,0 0-1,-1 0 1,1-1 0,0 1 0,-1 0 0,1 0-1,0 0 1,-1 0 0,1 0 0,0 0 0,0 0-1,-1 0 1,1 0 0,0 1 0,-1-1-1,1 0 1,0 0 0,-1 1 0,1-1 0,-1 0-1,1 1 1,0-1 0,-1 0 0,1 1 0,-1-1-1,1 1 1,-1-1 0,1 1 0,-1-1 0,1 1-1,-1 0 1,0-1 0,1 1 0,-1-1-1,1 2 1,1 1 2,0 1-1,0-1 1,-1 1-1,1-1 1,-1 1-1,0 0 0,2 4 1,-1 10-94,2 0 1,6 20-1,-10-28-1997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0:51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59 111 2752,'-9'-1'375,"-3"-1"413,12 2-755,0 0 1,-1 0 0,1 0-1,0-1 1,0 1 0,0 0-1,-1 0 1,1 0 0,0-1-1,0 1 1,0 0-1,0 0 1,-1-1 0,1 1-1,0 0 1,0 0 0,0-1-1,0 1 1,0 0 0,0-1-1,0 1 1,0 0 0,0 0-1,0-1 1,0 1-1,0 0 1,0-1 0,0 1-1,0 0 1,0 0 0,0-1-1,0 1 1,0 0 0,0 0-1,1-1 1,-1 1-1,0-1 1,0 1-13,1 0-1,-1 0 1,0 0 0,0-1 0,0 1-1,1 0 1,-1 0 0,0-1-1,0 1 1,0 0 0,0 0-1,0-1 1,0 1 0,1 0-1,-1-1 1,0 1 0,0 0-1,0 0 1,0-1 0,0 1-1,0 0 1,0-1 0,0 1-1,0 0 1,0-1 0,-1 1-1,1 0 1,0 0 0,0-1-1,0 1 1,0 0 0,0-1 0,0 1-1,-1 0 1,1 0 0,0-1-1,-11 8 201,9-4-220,-1-1 0,0 1 0,1 0 0,0 0 0,-1 1 0,-2 5 0,3-3 10,1-1 0,0 1-1,0 0 1,1 0 0,-1 0 0,1 0 0,1 9-1,-1-14-5,1 0-1,-1 0 1,0 0-1,1 0 0,-1 0 1,1 0-1,-1 0 1,1 0-1,0 0 0,-1 0 1,1 0-1,0 0 1,0 0-1,0 0 0,-1 0 1,1-1-1,2 2 1,-1-1 4,0 0 0,0-1 0,0 1 0,0-1 0,0 1 0,0-1 0,0 0 0,0 1 0,0-1 0,0 0 0,0-1 0,0 1 0,3-1 0,-2 1-10,-1 0-1,1-1 1,0 1 0,-1-1 0,1 0-1,-1 0 1,1 0 0,-1 0-1,1 0 1,-1-1 0,0 1 0,1-1-1,-1 1 1,0-1 0,0 0 0,0 0-1,0 0 1,-1 0 0,1 0 0,0 0-1,-1-1 1,0 1 0,1 0-1,-1-1 1,0 1 0,0-1 0,0 0-1,0-4 1,1-5 76,-2 1-1,1-1 1,-2 0-1,1 1 1,-4-18-1,1 10 186,-4-5 240,7 23-458,-1 0-1,1 0 1,0 0 0,-1 1-1,1-1 1,-1 0 0,1 0-1,-1 0 1,0 0 0,1 0-1,-1 1 1,0-1-1,0 0 1,1 1 0,-1-1-1,0 0 1,0 1 0,0-1-1,0 1 1,-1-1 0,1 2-46,0-1-1,1 1 1,-1 0 0,1 0 0,-1-1 0,1 1-1,-1 0 1,1 0 0,0 0 0,-1 0 0,1 0-1,0 0 1,0-1 0,0 1 0,0 0-1,0 0 1,0 0 0,0 1 0,-1 21-9,2-12-23,7 65 161,-7-69-219,1 1 0,0 0 0,1 0-1,-1-1 1,2 0 0,-1 1 0,6 8 0,-8-14-142,1-1-1,-1 1 1,0-1 0,0 1-1,1-1 1,-1 0 0,1 0-1,-1 0 1,1 0-1,0 0 1,-1 0 0,1 0-1,0 0 1,0 0 0,3 0-1,-1-1-607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0:51.5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2220,'-1'1'56,"1"0"0,-1 0 0,0 0-1,0 0 1,1 0 0,-1 0 0,0 0 0,1 0-1,-1 0 1,1 0 0,-1 0 0,1 0 0,-1 0-1,1 0 1,0 0 0,0 2 0,-5 21 270,6-18-283,-1 0 0,1 0 0,0 0 0,0 0 0,0-1 0,1 1 0,0 0 0,0-1 0,4 6 0,-5-9-34,1 0 0,-1 0 1,1 0-1,-1-1 0,1 1 0,0-1 0,0 1 0,0-1 0,0 0 0,0 0 1,0 0-1,0 0 0,0 0 0,0 0 0,1 0 0,-1-1 0,0 1 1,0-1-1,1 0 0,-1 1 0,0-1 0,1 0 0,-1-1 0,0 1 0,1 0 1,2-1-1,-3 1 1,0 0 0,0-1 0,0 1 0,0 0 0,0-1 0,0 1 0,0-1 0,0 0 0,0 0 0,0 1 0,0-1 0,-1 0 0,1-1 0,0 1 0,-1 0 0,1 0 0,-1-1 0,1 1 0,-1-1 0,0 1 0,1-1 0,-1 0 0,0 1 0,0-1 0,0 0 0,0 0 0,-1 0 0,1 0 0,0-3 0,0-1 51,-1 1 0,-1 0 0,1 0 0,-1 0 1,0 0-1,0-1 0,0 1 0,-1 0 0,0 1 0,-4-9 0,6 11-54,-1 1-1,0-1 1,0 0-1,0 1 0,0-1 1,-1 1-1,1-1 0,0 1 1,0 0-1,-1 0 0,1-1 1,-1 1-1,1 0 1,-1 0-1,0 1 0,1-1 1,-1 0-1,0 0 0,0 1 1,1-1-1,-1 1 0,0-1 1,0 1-1,0 0 1,0 0-1,1 0 0,-1 0 1,0 0-1,0 0 0,0 1 1,0-1-1,1 0 0,-1 1 1,0 0-1,0-1 0,1 1 1,-1 0-1,0 0 1,1 0-1,-1 0 0,1 0 1,-1 0-1,1 0 0,0 1 1,-1-1-1,1 0 0,-1 3 1,0-2-82,1 0 0,0-1 0,0 1 0,0 0-1,1 0 1,-1 0 0,0 0 0,1 1 0,-1-1 0,1 0 0,0 0 0,0 0 0,0 0 0,0 0 0,0 1 0,0-1 0,0 0 0,1 0 0,-1 0-1,1 0 1,1 2 0,1 1-503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0:52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39 2220,'-1'0'30,"0"0"-1,1 0 0,-1 0 0,0 0 1,0 0-1,0 0 0,1 0 1,-1 0-1,0 0 0,0 0 1,1 0-1,-1 0 0,0 0 0,0 1 1,1-1-1,-1 0 0,0 1 1,1-1-1,-1 0 0,0 1 1,1-1-1,-1 1 0,1-1 1,-1 1-1,0-1 0,1 1 0,-1-1 1,1 1-1,0 0 0,-1-1 1,1 1-1,0 0 0,-1-1 1,1 1-1,0 0 0,-1 0 0,1-1 1,0 1-1,0 0 0,0 0 1,0 1-1,-1 6 131,1 0 0,-1-1 0,3 13 0,-1-1-168,-2-17 11,1 0 0,0 0 1,0 0-1,0 0 0,0 0 0,1 0 0,-1 0 1,0 1-1,1-1 0,0 0 0,-1 0 0,1 0 0,0 0 1,0-1-1,0 1 0,0 0 0,0 0 0,1 0 1,-1-1-1,3 4 0,-2-5-3,-1 1 0,1 0 0,-1-1 0,1 1-1,0-1 1,-1 1 0,1-1 0,-1 0 0,1 1 0,0-1 0,-1 0 0,1 0 0,0 0-1,-1-1 1,1 1 0,0 0 0,-1-1 0,1 1 0,0-1 0,-1 1 0,1-1 0,-1 0-1,1 1 1,-1-1 0,0 0 0,3-2 0,-1 1-25,-1 0-1,1 0 1,-1 0 0,1-1 0,-1 1-1,0-1 1,0 1 0,0-1-1,0 0 1,0 0 0,-1 0 0,1 0-1,-1 0 1,0 0 0,0 0-1,0 0 1,0-1 0,-1 1 0,1 0-1,-1-1 1,0 1 0,0 0-1,0-1 1,0 1 0,0 0 0,-1-1-1,0 1 1,-1-4 0,0 36 169,2-26-134,1 0-1,0 0 0,-1 0 0,1 0 1,0 0-1,0 0 0,1 0 0,-1 0 1,0-1-1,1 1 0,2 3 0,-2-5-8,-1 0 1,0 0-1,1 0 0,-1 0 0,1 0 0,-1 0 0,1 0 0,0-1 0,-1 1 0,1-1 0,0 1 0,-1-1 0,1 0 0,0 1 0,0-1 0,-1 0 0,1 0 0,0 0 0,0 0 0,-1-1 0,1 1 0,3-1 0,-2 0-60,0 0-1,0 0 1,0-1 0,0 1-1,-1-1 1,1 1 0,0-1 0,-1 0-1,1 0 1,-1 0 0,0 0-1,1-1 1,-1 1 0,0 0-1,-1-1 1,1 0 0,0 1-1,-1-1 1,1 0 0,-1 0 0,1-3-1,0 0 84,0 0 1,0 0-1,-1 0 0,0 0 0,0 0 0,-1 0 0,1 0 0,-1-1 0,-2-11 1,2 18-8,0 0-1,0 0 1,0 0 0,0-1 0,0 1 0,0 0 0,0 0 0,0 0 0,0-1 0,0 1 0,0 0 0,0 0 0,0 0 0,0-1 0,0 1 0,0 0 0,0 0 0,0 0 0,0-1 0,0 1 0,0 0 0,0 0 0,-1 0 0,1 0-1,0-1 1,0 1 0,0 0 0,0 0 0,0 0 0,-1 0 0,1 0 0,0-1 0,0 1 0,0 0 0,0 0 0,-1 0 0,1 0 0,0 0 0,0 0 0,0 0 0,-1 0 0,1 0 0,0 0 0,0 0 0,0 0 0,-1 0 0,1 0-1,0 0 1,-7 11 256,-3 19-164,9-27-94,1 0 0,0 1 0,0-1-1,0 0 1,0 1 0,0-1 0,1 0 0,-1 1-1,1-1 1,0 0 0,0 0 0,0 1-1,0-1 1,1 0 0,1 3 0,-2-4-9,1-1 0,-1 1 0,1 0 1,-1-1-1,1 0 0,-1 1 0,1-1 0,0 0 0,-1 0 1,1 0-1,0 0 0,0 0 0,0 0 0,0 0 1,0-1-1,0 1 0,0-1 0,0 1 0,0-1 1,0 0-1,0 0 0,0 0 0,0 0 0,0 0 1,3-1-1,1 0-2,0 0 0,0 0 0,0-1 0,0 0 0,0 0 0,-1-1 0,1 1 1,5-4-1,-9 4-2,0 1 1,-1 0-1,1-1 0,0 1 1,-1-1-1,1 0 1,-1 1-1,0-1 1,0 0-1,1 0 1,-1 0-1,0 0 1,0 0-1,-1 0 0,1 0 1,0 0-1,-1 0 1,1 0-1,-1 0 1,0-1-1,0 1 1,1 0-1,-2 0 0,1 0 1,-1-5-1,-2-51 1134,6 75-1104,0 1 0,2-1 0,0 0 0,1 0 0,8 16 0,-13-32-27,-1 0 1,1 0-1,-1 0 0,0 0 1,0 0-1,0 0 0,1 0 1,-1 1-1,0-1 0,-1 0 1,1 0-1,0 0 0,0 0 1,0 0-1,0 0 0,-1 0 1,1 0-1,-1 0 0,1 0 1,-1 0-1,1 0 0,-1 0 1,1 0-1,-1 0 0,0 0 1,0 0-1,1 0 1,-1-1-1,0 1 0,0 0 1,0-1-1,0 1 0,0 0 1,0-1-1,0 1 0,0-1 1,0 0-1,0 1 0,-2-1 1,-1 2-232,-1-1 0,0 1-1,1-1 1,-1 0 0,0-1 0,0 1 0,0-1 0,-5 0 0,7-1-373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0:52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28 2840,'0'0'50,"0"0"0,-1 0-1,1 0 1,-1-1-1,1 1 1,0 0 0,-1 0-1,1 0 1,0 0 0,-1-1-1,1 1 1,0 0 0,0 0-1,-1 0 1,1-1-1,0 1 1,0 0 0,-1-1-1,1 1 1,0 0 0,0-1-1,0 1 1,-1 0 0,1-1-1,0 1 1,0 0 0,0-1-1,0 1 1,0 0-1,0-1 1,0 1 0,0 0-1,0-1 1,0 1 0,0-1-1,0 1 1,0 0 0,0-1-1,0 1 1,0 0-1,0-1 1,0 1 0,0 0-1,1-1 1,-1 1 0,0 0-1,0-1 1,1 1 0,1-8 207,-1 2-242,-1 13-1156,0-6 533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0:53.2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35 2724,'-5'-10'21,"4"10"101,1-1-1,-1 1 1,1-1 0,-1 1 0,1-1-1,-1 0 1,1 1 0,-1-1 0,1 0-1,0 1 1,0-1 0,-1 0 0,1 0-1,0 1 1,0-1 0,0 0 0,0 0-1,0 0 1,0 1 0,0-1 0,0 0 0,0 0-1,0 1 1,0-1 0,0 0 0,1 0-1,-1 1 1,0-1 0,0 0 0,1 0-1,-1 1 1,1-1 0,0 0 0,3 74 397,-3-61-515,0 10 32,2-1 1,0 0 0,8 25 0,-7-33-38,-3-10-4,-1-1 1,1 1-1,0 0 0,0-1 1,0 1-1,0-1 0,1 1 1,1 2-1,-3-5 11,0 0-1,1 0 1,-1 0-1,0 0 1,0 0-1,0 0 1,0 0 0,1 0-1,-1 0 1,0 0-1,0 0 1,0 0-1,0 0 1,1 0-1,-1 0 1,0 0 0,0-1-1,0 1 1,0 0-1,1 0 1,-1 0-1,0 0 1,0 0 0,0 0-1,0 0 1,0 0-1,1-1 1,-1 1-1,0 0 1,0 0 0,0 0-1,0 0 1,0 0-1,0-1 1,0 1-1,0 0 1,0 0-1,0 0 1,1-1 0,-1 1-1,7-15 57,7-23-71,-12 33 39,0 0-33,0 0 1,1 0-1,-1 0 1,1 0-1,0 0 1,1 0-1,-1 1 1,1-1 0,0 1-1,0 0 1,0 0-1,5-3 1,-9 7-4,1 0 0,-1 1 0,0-1 0,0 0 0,1 0 0,-1 0 0,0 0 0,0 1 0,0-1 0,1 0 0,-1 0 1,0 1-1,0-1 0,0 0 0,0 0 0,0 1 0,0-1 0,1 0 0,-1 0 0,0 1 0,0-1 0,0 0 0,0 0 0,0 1 0,0-1 0,0 0 0,0 1 1,0-1-1,0 0 0,0 0 0,0 1 0,-1-1 0,1 0 0,0 0 0,0 1 0,0-1 0,0 1 0,-4 18-6,3-12 6,0 2 9,1 0 0,0 0 0,1 0 0,0 0 0,3 13 0,-4-20 9,1 1 0,-1 0 0,1-1 0,0 0 0,0 1 0,0-1 0,0 1 0,0-1 0,0 0 0,1 0 0,-1 0 0,1 1 0,-1-2 0,1 1 0,0 0 0,0 0 0,0 0 0,0-1 0,0 1 0,0-1 0,0 0 0,1 1 0,3 0 0,-4-2-141,1 0 0,-1 0 0,1-1 0,-1 1 0,1-1 0,-1 1 0,1-1-1,-1 0 1,0 0 0,1 0 0,-1 0 0,0 0 0,0-1 0,0 1 0,0-1 0,0 1 0,0-1 0,3-4 0,1 0-736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0:53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8 4408,'0'0'101,"0"-1"-1,0 1 0,0 0 0,0 0 1,0 0-1,0-1 0,0 1 0,0 0 1,0 0-1,0 0 0,0-1 0,0 1 1,0 0-1,0 0 0,0 0 0,0-1 1,0 1-1,0 0 0,0 0 0,0 0 0,0-1 1,0 1-1,0 0 0,0 0 0,0 0 1,0-1-1,1 1 0,-1 0 0,0 0 1,0 0-1,0 0 0,0-1 0,0 1 1,1 0-1,-1 0 0,0 0 0,0 0 1,0 0-1,1 0 0,-1 0 0,0 0 1,0 0-1,1-1 0,6 10 1062,-5-5-1172,0-1 0,-1 0 1,1 1-1,-1 0 0,0-1 0,0 1 0,0 5 0,-1-3-66,-1 0 0,0 0 0,0 0 0,0 0 0,-1 0 0,0 0 0,0 0 0,-1-1 0,1 1 0,-6 8 0,5-10-423,0 0 1,0 1 0,-1-1 0,1 0-1,-1 0 1,0-1 0,-6 5 0,3-3-474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0:54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89 2220,'0'0'25,"0"-1"-1,0 1 1,1 0-1,-1 0 1,0 0-1,0 0 1,0-1-1,0 1 1,0 0-1,0 0 1,0 0-1,0-1 0,0 1 1,0 0-1,0 0 1,0-1-1,0 1 1,0 0-1,0 0 1,0 0-1,0-1 1,0 1-1,0 0 1,0 0-1,0 0 1,0-1-1,0 1 1,0 0-1,0 0 1,0 0-1,-1-1 1,1 1-1,0 0 1,0 0-1,0 0 1,0 0-1,0-1 1,-1 1-1,1 0 1,0 0-1,0 0 1,-1 0-1,-5-8 1256,-1-11-654,7 19-620,-1 0 0,1 0 0,0 0 0,0 0 0,0 0 0,-1-1 0,1 1 0,0 0 0,0 0 0,0 0 0,-1 0 0,1 0 0,0 0 0,0 0 0,0 0 0,-1 0 0,1 0 0,0 0 0,0 0 0,-1 0-1,1 0 1,0 0 0,0 0 0,-1 0 0,1 0 0,0 0 0,0 0 0,0 0 0,-1 1 0,1-1 0,0 0 0,0 0 0,0 0 0,0 0 0,-1 0 0,1 1 0,0-1 0,0 0 0,-3 4-7,0 0 0,1 1 0,0-1 0,0 0 0,-2 6 1,2-5 14,-2 5-5,1 0 1,0 0-1,1 1 0,0-1 0,0 1 0,0 13 1,2-21-2,0 0 0,0 0 0,0 1 0,0-1 0,0 0 0,1 0 0,0 0 1,-1 0-1,1 0 0,0 0 0,0 0 0,1 0 0,-1 0 0,1 0 0,-1 0 0,1-1 1,0 1-1,0-1 0,0 1 0,0-1 0,1 0 0,-1 1 0,0-1 0,6 3 1,-5-4-13,1 0 1,-1-1 0,0 1 0,1 0-1,-1-1 1,0 0 0,1 0 0,-1 0 0,1 0-1,-1-1 1,0 1 0,1-1 0,-1 0 0,4-1-1,-1 0-129,0-1 0,0 1 0,0-1-1,0 0 1,-1 0 0,9-7 0,-10 5 82,0 0 1,0 0 0,0 0-1,-1 0 1,1 0 0,-1-1-1,-1 1 1,1-1 0,-1 0-1,0 0 1,0 0 0,-1 0-1,0 0 1,0 0 0,0 0-1,-1-11 1,0-1 297,0-1-1,-2 1 1,-1 0-1,-6-25 0,2 91-216,2-5 24,3 1-1,5 83 1,0-131-2,1 0 0,-1-1 0,1 1-1,-1-1 1,0 1 0,3-9 0,-1 2-57,-2 2-12,0 0-1,1 0 1,0 1 0,0-1-1,1 1 1,0 0-1,1 0 1,0 1 0,9-10-1,-15 17 12,1-1 1,-1 1-1,0 0 0,0 0 0,0 0 1,1 0-1,-1-1 0,0 1 1,1 0-1,-1 0 0,0 0 0,0 0 1,1 0-1,-1 0 0,0-1 0,1 1 1,-1 0-1,0 0 0,0 0 0,1 0 1,-1 0-1,0 0 0,1 0 0,-1 1 1,0-1-1,0 0 0,1 0 0,-1 0 1,0 0-1,1 0 0,-1 0 1,0 0-1,1 1 0,3 10-48,-4 18 77,0-26-36,-2 13 20,2-12-1,-1 1-1,0 0 0,1 0 1,0-1-1,0 1 0,0 0 1,1 0-1,0-1 1,0 1-1,0 0 0,0-1 1,3 7-1,-1-6-843,-3-4 295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0:54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0 2992,'0'0'11,"-1"0"0,1 0 0,0 0-1,0 0 1,-1 0 0,1 0 0,0 0-1,0 0 1,-1 0 0,1 0 0,0 0 0,-1 0-1,1 0 1,0 0 0,0 0 0,-1 1-1,1-1 1,0 0 0,0 0 0,-1 0-1,1 0 1,0 0 0,0 1 0,0-1 0,-1 0-1,1 0 1,0 0 0,0 1 0,0-1-1,0 0 1,-1 0 0,1 1 0,0-1-1,0 0 1,0 0 0,0 1 0,0-1 0,0 0-1,0 0 1,0 1 0,0-1 0,0 0-1,0 0 1,0 1 0,0-1 0,0 1 15,0 0-1,1-1 1,-1 1 0,0 0 0,0-1 0,1 1-1,-1-1 1,1 1 0,-1-1 0,1 1 0,-1-1 0,1 1-1,-1-1 1,1 1 0,-1-1 0,1 0 0,-1 1 0,2-1-1,19 6 72,-19-6-98,1 0 0,-1 0 0,1 1 0,-1 0 1,0-1-1,1 1 0,-1 0 0,0 0 0,1 0 1,-1 0-1,0 1 0,0-1 0,0 1 0,0-1 1,2 3-1,6 8 6,-8-11 1,-1 1 1,1 0-1,0 0 1,-1 0-1,1 0 1,-1 0-1,0 1 1,1-1-1,-1 0 1,0 1-1,0-1 1,-1 1-1,1-1 1,-1 1-1,1-1 1,-1 4-1,1-4 0,-1 0 0,0 1-1,0-1 1,0 0 0,0 1 0,0-1-1,0 0 1,-1 0 0,1 1 0,-1-1 0,1 0-1,-1 0 1,0 0 0,0 0 0,0 0 0,0 0-1,0 0 1,-1 0 0,1 0 0,-1 0-1,1 0 1,-1-1 0,1 1 0,-1-1 0,0 1-1,-2 0 1,2 0 1,-1-1 1,1 0-1,-1 0 0,1 0 1,-1 0-1,1-1 1,-1 1-1,1-1 0,-1 1 1,-5-1-1,7 0-1,1 0-1,-1 0 1,0-1 0,1 1-1,-1 0 1,0 0 0,0-1 0,1 1-1,-1-1 1,1 1 0,-1 0-1,0-1 1,1 1 0,-1-1-1,1 0 1,-1 1 0,1-1 0,-1 1-1,1-1 1,0 0 0,-1 1-1,1-1 1,0 0 0,-1 1 0,1-1-1,0 0 1,0 0 0,0 1-1,0-1 1,0 0 0,0 0-1,0 1 1,0-1 0,0 0 0,0 0-1,0 1 1,0-1 0,0 0-1,1 0 1,-1 0 0,1-6 15,1 0 1,0 0 0,0 0 0,0 0-1,1 0 1,5-9 0,-6 13-53,0 0 0,0 0 0,0 0 0,1 0 1,-1 1-1,0-1 0,1 1 0,0-1 0,0 1 0,0 0 1,0 0-1,0 0 0,0 0 0,0 1 0,4-2 0,-5 2-48,0 1-1,-1-1 0,1 0 0,0 0 0,-1 0 0,1 0 0,-1 0 0,1 0 0,-1-1 1,2-1-1,-1 2-74,3-5-384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0:55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23 3144,'-3'-2'141,"2"0"756,1-7 212,1 41-979,-1-23-79,0 1-1,0 0 1,1-1-1,1 1 1,-1-1-1,4 11 1,-4-18-45,0 0-1,-1 0 1,1 0-1,0-1 1,1 1-1,-1 0 1,0 0-1,0-1 1,1 1 0,-1-1-1,1 1 1,-1-1-1,1 0 1,0 0-1,0 1 1,-1-1 0,1 0-1,0-1 1,0 1-1,0 0 1,0 0-1,0-1 1,0 1-1,0-1 1,0 0 0,0 0-1,0 0 1,0 0-1,0 0 1,1 0-1,-1 0 1,0 0 0,0-1-1,0 1 1,3-2-1,-3 1-20,1 0 0,0 0-1,-1 0 1,1 0-1,-1-1 1,0 1 0,1 0-1,-1-1 1,0 0 0,0 0-1,0 1 1,0-1 0,0-1-1,-1 1 1,1 0 0,0 0-1,-1 0 1,0-1 0,0 1-1,1-1 1,-1 1 0,-1-1-1,1 0 1,0 1 0,-1-1-1,1 0 1,-1 1 0,0-1-1,0 0 1,0 0 0,0 1-1,-1-5 1,1 3-5,-1 1 0,1-1 0,-1 1 0,0-1 1,0 1-1,0-1 0,0 1 0,-1 0 0,1 0 0,-1-1 0,0 1 1,0 0-1,0 1 0,-1-1 0,1 0 0,0 1 0,-1-1 0,0 1 0,0 0 1,0-1-1,0 1 0,0 1 0,0-1 0,0 0 0,-4 0 0,6 1 16,0 1 0,0 0-1,0 0 1,-1 0 0,1 0-1,0 0 1,0 0-1,0 0 1,0 1 0,-1-1-1,1 0 1,0 1-1,0-1 1,0 0 0,0 1-1,0-1 1,0 1 0,0 0-1,0-1 1,0 1-1,0 0 1,0 0 0,0 0-1,0-1 1,1 1-1,-1 0 1,0 0 0,1 0-1,-2 2 1,0 1-178,0 0 1,0 0-1,1 1 1,-1-1-1,1 1 1,-2 5-1,2-3-336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0:55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3084,'8'14'1068,"-4"-6"-1058,0-1 1,0 1 0,-1 0-1,0 1 1,-1-1 0,0 1-1,0-1 1,-1 1 0,1 9-1,-2-17 2,0 0 0,0 0 0,0 0-1,0 0 1,0 0 0,0 0-1,0 0 1,0 0 0,0 0 0,0 0-1,-1 0 1,1 0 0,0 0-1,-1 2 1,0-4 3,1 1 0,-1-1 0,1 1 1,0-1-1,-1 1 0,1-1 0,0 1 0,0-1 0,0 1 0,-1-1 0,1 1 0,0-1 0,0 1 0,0-1 0,0 0 1,0 1-1,0-1 0,0 1 0,0-1 0,0 0 0,0 1 0,0-1 0,0 1 0,1-1 0,-1 0 0,1-8 27,0 1 0,0 0 0,1-1 0,0 1 0,1 0 0,0 0 0,5-11 0,-7 16-43,1 0-1,0 0 1,0 0-1,0 0 1,0 1-1,0-1 1,0 1-1,1-1 1,-1 1-1,1 0 1,-1 0 0,1 0-1,0 0 1,0 1-1,0-1 1,0 1-1,0-1 1,0 1-1,1 0 1,-1 0-1,6 0 1,-7 1 2,-1 0 1,0 1-1,0-1 0,0 0 1,0 1-1,0-1 1,0 1-1,1 0 1,-1-1-1,-1 1 0,1 0 1,0 0-1,0 0 1,0-1-1,0 1 0,0 0 1,-1 0-1,1 0 1,-1 0-1,1 0 1,0 1-1,-1-1 0,0 0 1,1 0-1,-1 0 1,0 0-1,1 1 0,-1-1 1,0 0-1,0 0 1,0 2-1,3 41 83,-3-42-76,-7 41-913,8-42 396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0:56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2252,'-2'2'58,"0"0"1,0 0-1,0 0 0,1 1 0,-1-1 0,1 1 1,0-1-1,0 1 0,0-1 0,0 1 0,0-1 1,0 1-1,1 0 0,-1 0 0,1-1 0,0 1 0,0 4 1,0 5 216,0 0 0,4 21 0,-4-30-267,1 0 0,0 0 1,0 0-1,0-1 0,0 1 0,1 0 0,-1-1 0,1 1 1,0-1-1,-1 1 0,1-1 0,0 0 0,0 0 0,1 0 1,-1 0-1,0 0 0,1 0 0,-1-1 0,1 1 0,0-1 1,-1 0-1,1 1 0,0-1 0,0-1 0,5 2 0,-5-1 3,0-1-1,0 1 1,1-1 0,-1 0-1,0 0 1,0 0-1,1 0 1,-1-1-1,0 1 1,0-1-1,1 0 1,-1 0-1,0 0 1,0 0 0,0-1-1,0 1 1,0-1-1,-1 0 1,1 1-1,0-1 1,-1-1-1,0 1 1,4-4-1,-4 3 24,0 1-1,0-1 0,-1 1 1,1-1-1,-1 0 0,0 0 0,0 0 1,0 0-1,0 0 0,-1 0 1,1 0-1,-1 0 0,1 0 1,-1 0-1,0 0 0,0-1 0,-1 1 1,1 0-1,-1 0 0,1 0 1,-1 0-1,0 0 0,0 0 0,0 0 1,-1 0-1,1 1 0,-1-1 1,-1-2-1,1 2-36,-1 0 0,1 0 0,0 1 0,-1-1 0,1 1 0,-1 0 0,0 0 0,0 0 0,0 0 0,0 0-1,0 0 1,0 1 0,0 0 0,-1-1 0,1 1 0,0 1 0,-1-1 0,1 0 0,-1 1 0,1 0 0,-1-1 0,1 1 0,-1 1 0,-6 0 0,-1 2-375,-2 1-176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0:58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24 1696,'-2'-2'273,"-1"0"0,1 0 0,-1 0 0,1 0 0,-1 0 0,0 0 0,0 1 0,0-1 0,0 1 0,0 0 0,0 0 0,0 0 0,0 0 0,-6 0 0,4 6-185,-17 13 12,17-14 322,0 4-353,-16 23 3,16-23 74,2 2-72,3-9-70,0-1 1,-1 1-1,1 0 0,0 0 0,-1 0 0,1 0 0,0 0 0,0 0 0,0 0 0,0 0 0,0 0 0,0 0 0,0 0 0,0 0 0,0 0 0,1 0 0,-1 0 0,0 0 0,1 0 0,-1 0 0,1 1 0,9 32 37,-10-32-36,1-1 0,0 0 0,-1 0 0,1 0 1,0 0-1,0 0 0,0 0 0,0 0 0,0 0 0,0 0 0,0 0 0,0 0 0,0 0 1,0-1-1,0 1 0,0 0 0,1-1 0,-1 1 0,0-1 0,0 0 0,1 1 0,-1-1 1,0 0-1,1 0 0,-1 0 0,0 0 0,3 0 0,3 1 43,-6-1 70,7 0-168,20-2-35,-21 2-18,4-4-787,31-10 783,-31 10 18,-6 0-42,16-13 110,-16 13 882,-5 6-841,0-1 0,0 1 0,0-1 0,1 1 0,-1-1 0,0 0 0,1 1 0,0-1 1,-1 1-1,1-1 0,0 0 0,-1 1 0,1-1 0,2 2 0,8 12 49,-8-10 72,1-4-46,2 0-58,0 0 1,1-1-1,-1 0 0,0 0 1,7-1-1,-2-4 30,15-12 17,-19 13 279,-7 1-288,0-7-13,0 8 288,-4-3-258,-11-17-36,14 22-51,1-1 0,-1 0-1,0 0 1,1 0 0,-1 0-1,0 1 1,0-1-1,1 0 1,-1 1 0,0-1-1,0 1 1,0-1 0,0 1-1,0-1 1,0 1-1,0-1 1,0 1 0,0 0-1,0 0 1,0-1 0,0 1-1,0 0 1,0 0 0,0 0-1,0 0 1,0 0-1,-2 1 1,0 0-48,0 0-1,0 0 1,0 1-1,0-1 1,1 1-1,-5 3 1,-2 0-1076,6 0 467,1 0-2692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0:59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48 1608,'0'0'602,"-3"-2"-340,-1-1-222,-11-4 2187,14 7-2199,0 1-1,1-1 0,-1 0 1,0 1-1,1-1 0,-1 1 1,1-1-1,-1 1 0,1-1 1,-1 1-1,0-1 0,1 1 1,0 0-1,-1-1 0,1 1 1,-1 0-1,1-1 0,0 1 1,0 0-1,-1-1 0,1 1 1,0 0-1,0 0 0,0-1 1,0 1-1,0 1 0,-1 2-6,2 0 0,-1 0 0,0 0-1,1 0 1,0 0 0,0 0 0,0 0 0,0 0-1,3 6 1,-4-10-19,0 0 0,0 1 0,1-1-1,-1 1 1,0-1 0,0 0 0,0 1 0,1-1-1,-1 0 1,0 1 0,0-1 0,1 0 0,-1 1-1,0-1 1,0 0 0,1 0 0,-1 1 0,0-1-1,1 0 1,-1 0 0,1 1 0,-1-1 0,0 0-1,1 0 1,-1 0 0,1 0 0,3 3 8,-3-2-7,0-1 1,0 1 0,1 0 0,-1 0 0,0-1 0,1 1-1,-1-1 1,1 1 0,-1-1 0,1 0 0,-1 1 0,1-1-1,-1 0 1,1 0 0,-1 0 0,1 0 0,1-1 0,19 0 64,-17 0-1,0-1-6,0 2-45,-3-1-11,-1 1 0,1 0 0,-1-1 1,1 1-1,-1 0 0,1-1 0,-1 0 0,0 1 1,1-1-1,-1 0 0,0 0 0,1 0 0,-1 0 1,0 0-1,0 0 0,0 0 0,1-2 1,18-16 54,-19 19-58,-1 0 0,0-1 0,1 1-1,-1 0 1,0 0 0,0 0 0,1-1 0,-1 1 0,0 0 0,0 0 0,1-1 0,-1 1 0,0 0 0,0-1 0,0 1 0,0 0 0,1 0 0,-1-1 0,0 1 0,0 0 0,0-1 0,0 1 0,0 0 0,0-1 0,0 1 0,0-1 0,0 1 0,0 0 0,0-1 0,0 1 0,-3-10 62,0 1 1,-1-1-1,-8-16 1,12 26-63,0 0 1,0-1-1,-1 1 0,1 0 0,0-1 1,0 1-1,0-1 0,0 1 1,-1 0-1,1-1 0,0 1 0,0 0 1,-1 0-1,1-1 0,0 1 1,-1 0-1,1 0 0,0-1 1,-1 1-1,1 0 0,0 0 0,-1 0 1,1-1-1,0 1 0,-1 0 1,0 0-1,-1-2 17,1 2-13,0-1 0,0 1 0,0 0 0,0-1 0,0 1 0,0 0 1,0-1-1,0 1 0,0 0 0,0 0 0,0 0 0,0 0 1,0 0-1,0 0 0,0 0 0,-1 0 0,1 0 0,0 1 1,0-1-1,0 0 0,0 1 0,0-1 0,1 1 0,-1-1 0,-2 2 1,-38 12 0,40-14-15,0 0-1,0 1 1,0-1 0,1 0 0,-1 1-1,0-1 1,0 1 0,0-1-1,0 1 1,0 0 0,0-1 0,1 1-1,-1 0 1,0-1 0,0 1 0,0 1-1,-22 26-217,18-21-70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0:59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0 2428,'-7'90'2806,"1"-9"-3257,3-72-762,2-7 635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1:00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51 2368,'-1'0'50,"1"-1"1,0 0-1,-1 0 0,1 1 0,0-1 1,0 0-1,0 0 0,-1 1 0,1-1 1,0 0-1,0 0 0,0 1 0,0-1 1,0 0-1,0 0 0,1 1 0,-1-1 1,0 0-1,0 0 0,1 1 0,-1-1 1,0 0-1,1 0 0,-1 1 0,0-1 1,1 1-1,-1-1 0,1 0 0,-1 1 1,1-1-1,0 1 0,-1-1 0,1 1 1,-1-1-1,1 1 0,0 0 0,-1-1 1,1 1-1,0 0 0,1-1 0,37-10 2280,-27 9-2004,-10 1-264,42-8 713,-41 8-762,0 1-1,0 0 1,0 0 0,1 0-1,-1 0 1,0 0-1,0 0 1,0 1-1,0 0 1,0 0 0,6 2-1,-8-3-8,0 1-1,0 0 0,0 0 1,0 0-1,0 0 1,0 0-1,0 0 1,-1 0-1,1 0 0,0 1 1,0-1-1,-1 0 1,1 0-1,-1 0 1,1 1-1,-1-1 0,0 0 1,1 1-1,-1-1 1,0 0-1,0 1 1,0-1-1,0 0 1,0 1-1,0-1 0,-1 1 1,1-1-1,0 0 1,-1 1-1,1-1 1,0 0-1,-1 0 0,0 1 1,-1 1-1,0 1 1,0 0 0,0 0 0,-1 0-1,0 0 1,0 0 0,0-1 0,0 1-1,-6 4 1,2-3-54,0-1-1,-1 0 1,1 0-1,-1 0 1,0-1 0,0 0-1,0-1 1,0 0-1,-1 0 1,-15 1-1,24-3 52,0 0-1,0 0 0,0 0 0,0 0 0,0 0 0,-1 0 1,1 0-1,0 0 0,0 0 0,0 0 0,0 0 1,0 0-1,-1 0 0,1 0 0,0 0 0,0 0 0,0 0 1,0 0-1,0 0 0,-1 0 0,1 0 0,0 0 0,0 0 1,0 0-1,0 0 0,0 0 0,0 0 0,-1 0 1,1-1-1,0 1 0,0 0 0,0 0 0,0 0 0,0 0 1,0 0-1,0 0 0,0 0 0,0-1 0,-1 1 1,1 0-1,0 0 0,0 0 0,0 0 0,0 0 0,0-1 1,0 1-1,7-6 19,-6 5-18,0 1 1,0-1-1,1 0 1,-1 1 0,0-1-1,1 1 1,-1 0-1,1 0 1,-1-1-1,1 1 1,-1 0 0,0 0-1,1 0 1,-1 1-1,1-1 1,-1 0-1,1 0 1,-1 1-1,3 0 1,5 4 35,-1 0 1,0 1-1,0 0 0,13 13 0,-14-12-50,1-1-1,0 1 0,0-1 1,0 0-1,10 4 0,3-4-3754,-18-7 2926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1:00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2840,'-4'3'1212,"7"7"-284,1 4-855,0 3 150,-1 0 1,-1 1-1,-1-1 0,-1 30 0,0-21-452,-3-18-1705,3-7 1184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1:00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27 2396,'-1'0'52,"1"-1"1,0 1-1,-1 0 0,1 0 0,-1-1 1,1 1-1,0 0 0,-1-1 0,1 1 1,-1 0-1,1-1 0,0 1 0,0-1 1,-1 1-1,1-1 0,0 1 0,0 0 1,-1-1-1,1 1 0,0-1 0,0 1 1,0-1-1,0 1 0,0-1 0,0 1 1,0-1-1,0 1 0,0-1 0,0 0 1,0 1-1,0-1 0,0 1 0,0-1 1,0 1-1,1 0 0,-1-1 0,0 1 1,0-1-1,1 1 0,-1-1 0,0 1 1,0-1-1,1 1 0,-1 0 0,1-1 1,-1 1-1,0 0 0,1-1 0,-1 1 1,1 0-1,-1 0 0,1-1 0,-1 1 1,0 0-1,1 0 0,-1 0 0,1 0 1,-1-1-1,1 1 0,-1 0 0,1 0 1,1 0-1,-2 0-25,15-2 463,0 1-1,-1 0 0,1 1 0,17 2 1,-29-2-490,-1 0 0,1 1 1,0-1-1,0 1 0,-1-1 0,1 1 1,0 0-1,-1 0 0,1 0 1,-1 0-1,1 1 0,-1-1 1,0 1-1,0 0 0,1-1 0,-1 1 1,0 0-1,-1 0 0,1 0 1,0 0-1,0 1 0,-1-1 0,1 0 1,-1 1-1,0-1 0,0 1 1,0-1-1,0 1 0,0 0 0,0 3 1,-1-3 9,-1 0 0,1-1 0,-1 1 0,1 0 0,-1-1 1,0 1-1,0-1 0,0 1 0,-1-1 0,1 0 0,0 0 0,-1 1 1,0-1-1,1 0 0,-1 0 0,-4 3 0,-2 2 39,0 0 1,-17 12-1,10-11-142,0 0 1,0-1-1,-20 8 1,24-12-689,0 0-1,0-1 1,-13 2 0,18-2-354,4-3 538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1:01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20 1988,'-5'-6'377,"5"5"-327,-1 0-1,1 1 1,-1-1-1,1 0 1,-1 0-1,1 1 1,-1-1-1,1 0 1,-1 1-1,0-1 1,0 0-1,1 1 1,-1-1-1,0 1 0,0-1 1,1 1-1,-1 0 1,0-1-1,0 1 1,0 0-1,0-1 1,1 1-1,-1 0 1,0 0-1,0 0 1,0 0-1,0 0 0,0 0 1,0 0-1,0 0 1,0 0-1,1 1 1,-1-1-1,0 0 1,0 0-1,0 1 1,0-1-1,0 0 1,1 1-1,-1-1 1,0 1-1,0 0 0,1-1 1,-1 1-1,0-1 1,1 1-1,-2 1 1,-2 2 78,-1 1 0,1 0 0,0 0 1,0 0-1,0 0 0,1 0 0,0 1 1,0 0-1,-2 6 0,4-9-117,0-1-1,0 1 1,1 0 0,-1 0-1,1-1 1,0 1-1,-1 0 1,1 0 0,1 0-1,-1 0 1,0-1 0,1 1-1,0 0 1,-1 0 0,1-1-1,0 1 1,0 0-1,0-1 1,1 1 0,-1-1-1,1 1 1,-1-1 0,4 3-1,-3-3 4,0 0 0,1-1 0,-1 1 0,0-1 0,1 1 0,-1-1 0,1 0 0,-1 0 0,1 0 0,-1-1 0,1 1 0,0 0 0,-1-1 0,1 0 0,0 0 0,-1 0 0,1 0 0,0 0 0,0 0 0,-1-1 0,1 1 0,3-2 0,0 1 18,0-1-1,0 0 0,0-1 1,0 1-1,-1-1 0,1 0 1,-1 0-1,8-7 0,-11 9-198,0-1 0,-1 0 0,1 1-1,-1-1 1,1 0 0,-1 0 0,0 0-1,0-1 1,1 1 0,-1 0 0,-1 0-1,1-1 1,1-4 0,-1 2-665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1:01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15 3144,'-1'-1'1781,"0"5"7,1-4-1751,0 0 0,0 1 1,0-1-1,0 0 1,1 1-1,-1-1 0,0 0 1,0 0-1,0 1 0,0-1 1,1 0-1,-1 0 0,0 1 1,0-1-1,1 0 0,-1 0 1,0 0-1,0 1 0,1-1 1,-1 0-1,0 0 0,0 0 1,1 0-1,-1 0 0,0 0 1,1 1-1,-1-1 1,0 0-1,1 0 0,-1 0 1,0 0-1,1 0 0,-1 0 1,0 0-1,0 0 0,1 0 1,-1-1-1,0 1 0,1 0 1,-1 0-1,0 0 0,1 0 1,-1 0-1,0 0 0,0-1 1,1 1-1,-1 0 0,20-6 212,0 2-1,26-4 0,12 5-4119,-55 3 2860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1:02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1100,'0'0'47,"0"0"0,0 0 0,0 0 0,-1 0 0,1 0 0,0 1 0,0-1 0,0 0 0,0 0-1,0 0 1,0 0 0,0 1 0,0-1 0,0 0 0,0 0 0,0 0 0,0 1 0,-1-1 0,1 0 0,0 0 0,0 0 0,1 1 0,-1-1 0,0 0-1,0 0 1,0 0 0,0 1 0,0-1 0,0 0 0,0 0 0,0 0 0,0 0 0,0 1 0,0-1 0,0 0 0,1 0 0,-1 0 0,0 1 0,10 3 963,11 0-129,-6-2-1000,1-2-1,-1 0 0,1-1 0,27-6 1,-37 5-529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1:02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15 2784,'-6'-11'808,"4"8"623,11 4 234,-8 0-1618,-1-1 1,1 0 0,-1 1-1,0-1 1,1 1-1,-1-1 1,0 0-1,1 1 1,-1-1-1,0 1 1,1-1-1,-1 1 1,0-1-1,0 1 1,0-1 0,0 1-1,1-1 1,-1 1-1,0-1 1,0 1-1,0 0 1,0-1-1,0 1 1,0-1-1,-1 2 1,-2 24 168,-12 25-179,10-38 22,-16 31 68,20-41-118,-1 0 0,1-1 0,-1 1 0,0-1 0,0 1 0,-1-1 0,1 0 0,0 0 1,-1 0-1,1 0 0,-1 0 0,-5 2 0,8-4-7,0 1 0,-1-1 1,1 0-1,0 0 0,-1 0 0,1 1 1,0-1-1,-1 0 0,1 0 0,0 0 1,-1 0-1,1 0 0,0 0 0,-1 0 1,1 0-1,0 0 0,-1 0 0,1 0 1,0 0-1,-1 0 0,1 0 0,-1 0 1,1 0-1,0 0 0,-1 0 1,1 0-1,0 0 0,-1-1 0,1 1 1,0 0-1,-1 0 0,1 0 0,0-1 1,-1 1-1,4-13 7,-1 9-21,1 1 0,-1-1 1,0 1-1,1 0 0,5-6 0,-7 9 7,0-1 1,-1 1-1,1-1 0,0 1 0,0 0 0,0-1 1,0 1-1,0 0 0,0 0 0,0-1 0,0 1 1,0 0-1,0 0 0,-1 0 0,1 0 0,0 0 1,0 1-1,0-1 0,0 0 0,0 0 1,0 1-1,0-1 0,0 0 0,0 1 0,-1-1 1,1 1-1,0-1 0,0 1 0,0-1 0,-1 1 1,1 0-1,0-1 0,-1 1 0,1 0 0,-1-1 1,1 1-1,0 0 0,-1 0 0,0 0 1,1 0-1,-1 0 0,0-1 0,1 3 0,2 4-1,-1 0-1,0 0 1,0 0-1,1 9 1,-3-15 7,1 7 6,1 0-1,-1 1 0,1-1 0,0 0 1,1 0-1,0 0 0,1 0 0,4 8 1,-7-15-139,1 0 1,0 1-1,-1-1 0,1 0 1,0 0-1,0 0 1,0 0-1,0 0 1,0-1-1,0 1 1,0-1-1,0 1 0,0-1 1,0 0-1,0 1 1,1-1-1,-1 0 1,0-1-1,0 1 0,0 0 1,0 0-1,0-1 1,0 0-1,0 1 1,0-1-1,3-1 0,0-1-836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1:03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9 2932,'-1'-2'522,"1"-1"539,10 2-229,2 0-132,34 0 55,-44 1-761,0 0 0,1 0-1,-1 0 1,0 0 0,0 1-1,1-1 1,-1 1 0,0 0-1,0-1 1,0 1 0,0 0-1,0 0 1,0 1 0,0-1 0,3 3-1,-4-3 5,-1 0-1,1 1 1,-1-1-1,1 1 1,-1-1-1,1 0 1,-1 1-1,0 0 0,1-1 1,-1 1-1,0-1 1,0 1-1,0-1 1,-1 1-1,1-1 1,0 1-1,0-1 1,-1 1-1,1-1 1,-1 1-1,1-1 1,-1 0-1,0 1 0,0-1 1,1 0-1,-1 1 1,0-1-1,0 0 1,0 0-1,0 0 1,-2 1-1,0 2-1,-1 0-1,0-1 1,0 1 0,0-1-1,0 0 1,0 0-1,-1-1 1,-4 3 0,7-4 9,0 0 1,1-1 0,-1 1 0,0-1 0,0 1 0,1-1-1,-1 0 1,0 0 0,0 1 0,-3-2 0,5-4 47,12-5-80,80-65-273,-86 72 268,-8 6 4,0-2 29,1 1 0,0 0-1,-1-1 1,1 1 0,0 0-1,0 0 1,0 0 0,0 0 0,0 0-1,1 0 1,-1 0 0,1 0-1,-1 1 1,0 3 0,-3 10 45,4-14-47,0-1-1,0 1 1,-1 0 0,1-1 0,0 1 0,1-1-1,-1 1 1,0 0 0,0-1 0,1 1 0,-1-1-1,1 1 1,-1-1 0,1 1 0,-1-1 0,1 0-1,0 1 1,0-1 0,0 0 0,0 1 0,0-1-1,0 0 1,1 1 0,7 11-1160,-7-11 563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1:03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3052,'1'-9'2280,"3"11"-744,11 8-1466,-14-9-68,0-1 1,0 1 0,0 0-1,0 0 1,0 0-1,0 0 1,0 0-1,0 1 1,0-1-1,-1 0 1,1 0-1,0 0 1,-1 1-1,1-1 1,-1 0-1,1 1 1,-1-1-1,0 0 1,0 1-1,1-1 1,-1 1-1,0-1 1,0 0-1,0 1 1,-1 2-1,1-1-132,0 0-1,-1-1 1,1 1 0,-1 0-1,0 0 1,0 0-1,0-1 1,0 1-1,0-1 1,-1 1-1,1-1 1,-3 4-1,-11 6-1987,11-10 1557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1:04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2252,'-1'0'615,"1"8"239,1 4-640,-1-5-174,1 0 0,0 0 0,0 0 0,5 13 0,-6-19-37,1 0 0,-1 0 0,0 0 0,1 0 1,-1 0-1,1 0 0,0 0 0,-1 0 0,1-1 0,0 1 1,-1 0-1,1 0 0,0-1 0,0 1 0,0 0 1,-1-1-1,1 1 0,0-1 0,0 1 0,0-1 0,0 0 1,0 1-1,0-1 0,0 0 0,0 0 0,0 0 1,0 1-1,0-1 0,0 0 0,0 0 0,0-1 1,0 1-1,0 0 0,0 0 0,0 0 0,0-1 0,0 1 1,0 0-1,0-1 0,0 1 0,1-1 0,9-4 52,-7 4-40,0-1 1,-1 1 0,1-1 0,0 1-1,-1-1 1,0 0 0,1 0-1,-1 0 1,0-1 0,0 1 0,-1-1-1,1 0 1,0 1 0,-1-1-1,1-1 1,-1 1 0,0 0 0,0 0-1,-1-1 1,1 1 0,1-5-1,0-1 624,-2 9-7,-4 17-406,-2-1-201,1 0 1,-2 19 0,4-18 22,-2 0 0,-5 18 1,7-30-43,0 0 1,0 0-1,0-1 1,0 1-1,-1-1 1,0 0-1,0 0 1,0 0-1,0 0 1,-1 0-1,-5 4 1,7-7-114,0 0 1,1 0 0,-1 0 0,0 0 0,0 0 0,0-1-1,0 1 1,0-1 0,1 0 0,-1 1 0,0-1 0,0 0-1,0 0 1,0 0 0,0 0 0,0 0 0,0-1 0,0 1-1,0-1 1,0 1 0,0-1 0,0 0 0,1 1 0,-1-1 0,-3-2-1,0-2-557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1:04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2544,'11'-8'302,"5"-3"857,-15 11-1150,0 0 0,-1 0-1,1 0 1,0 0 0,0 1-1,-1-1 1,1 0 0,0 0-1,-1 0 1,1 1 0,-1-1-1,1 0 1,0 1-1,-1-1 1,1 1 0,-1-1-1,1 1 1,-1-1 0,1 1-1,-1-1 1,1 1 0,-1-1-1,1 1 1,-1-1 0,0 1-1,1 0 1,-1-1 0,0 1-1,1 1 1,0 2 2,0 0 0,0 0 0,0 1 0,-1-1 0,1 0 0,-1 1 0,0-1 0,0 0-1,0 1 1,-1-1 0,0 0 0,1 1 0,-2-1 0,1 0 0,0 0 0,-1 0 0,-2 5 0,2-5 1,0 0-1,0 0 1,1 1 0,0-1 0,0 1 0,0-1 0,0 1-1,0-1 1,1 1 0,0 0 0,0-1 0,0 1-1,1 0 1,1 5 0,-1-9-8,-1 0 0,1 0 0,0 0 0,0-1 0,0 1 0,0 0 0,0-1 0,0 1 0,0-1 1,0 1-1,0-1 0,0 1 0,0-1 0,0 0 0,0 0 0,0 1 0,1-1 0,-1 0 0,0 0 0,0 0 0,0 0 0,0 0 0,0 0 0,0-1 0,1 1 0,-1 0 0,0 0 0,0-1 0,2 0 0,34-14 86,-36 15-78,0-1-1,0 0 0,0 0 1,0 1-1,0-1 0,0 0 1,0 0-1,0 0 0,0 0 0,0-1 1,0 1-1,-1 0 0,1 0 1,0 0-1,-1-1 0,1 1 1,-1 0-1,1-1 0,-1 1 1,0-2-1,-12 35 233,9-19-202,1 1 0,0-1 0,0 25 0,2-27-7,0 0 1,-1 1 0,0-1 0,-1 0 0,-6 21 0,7-30-84,0-1 1,0 1-1,0 0 1,0-1-1,0 1 1,0-1-1,0 1 1,0-1-1,-1 0 1,1 1-1,-1-1 1,1 0-1,-1 0 1,1 0-1,-1 0 1,1 0-1,-4 1 1,-4 0-609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1:57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13 7753,'-4'-12'5392,"12"14"-2758,-16-4-842,13 6-913,14 6-5596,-16-10 2801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2:28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38 2044,'-3'-8'974,"3"7"-850,0 1 0,0 0 0,-1 0 0,1 0 0,0-1 1,0 1-1,0 0 0,0-1 0,-1 1 0,1 0 0,0 0 0,0-1 0,0 1 0,0 0 0,0-1 0,0 1 0,0 0 0,0 0 0,0-1 0,0 1 0,0 0 0,0-1 0,0 1 0,0 0 0,0-1 0,1 1 0,-1 0 0,0 0 0,0-1 0,0 1 0,0 0 0,0 0 0,1-1 0,-5-11 3256,1 5-1770,3 7-1582,0 0-1,0 0 1,0 0 0,0 0-1,0 0 1,0 0-1,0 0 1,0 0-1,0 0 1,0 0-1,0 0 1,0 0-1,1 0 1,-1 0-1,0 0 1,0 0-1,0 0 1,0 0 0,0 0-1,0 0 1,0 1-1,0-1 1,0 0-1,0 0 1,0 0-1,0 0 1,0 0-1,0 0 1,0 0-1,1 0 1,-1 0-1,0 0 1,0 0-1,0 0 1,0 0 0,0 0-1,0 0 1,0-1-1,0 1 1,0 0-1,0 0 1,0 0-1,0 0 1,0 0-1,0 0 1,0 0-1,0 0 1,1 0-1,-1 0 1,0 0 0,0 0-1,0 0 1,0 0-1,0 0 1,0 0-1,0 0 1,0 0-1,0 0 1,0-1-1,0 37-345,1-3 393,-1 0 0,-2 0 1,-9 47-1,-3 32 64,16 65 90,2-57-179,-8-73-2102,-4-16-2638,6-23 3075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2:31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52 155 1956,'1'-10'342,"1"0"1729,14 5-461,236-32 98,-131 17-1385,299-9-125,-143 16-575,224-13 647,-286 22-719,-213 4 468,0 1-94,1 4 20,5 13 49,0 1 0,-1-1 1,-1 1-1,-1 0 0,-1 1 1,0-1-1,0 26 0,9 54 84,-4-38 403,0 99-1,-9-133-71,7 372 3134,12-17-2290,-17-229-1082,-6-109-110,4-41-56,0 0 0,-1 0 0,0 0 0,0 0 0,0-1 0,0 1 0,0 0 0,0 0 0,-1-1-1,0 1 1,1-1 0,-4 4 0,-72-8 451,-354 52-187,-124 2-270,0-33 500,463-14-532,34-2 54,-61-4 0,77-3 1,42 2 59,-1 0 1,1 0-1,0 0 1,0 0-1,0 0 1,0 1-1,0-1 1,0 0-1,1 0 1,-1 0-1,0 0 1,1 1-1,0-3 1,1-7-86,5-57-44,-4 51 19,-1 1 1,-1-1 0,-1-1 0,0 1 0,-5-32 0,4 43 28,-24-138-290,22 121 207,2-1-1,0 0 1,2 1 0,4-29 0,20-124-124,-3 17-74,-14 82 182,-4-92 0,-5 138 61,1 0 0,2 0 0,1 0 0,1 0 0,14-47 0,8-28-281,-15 35-4713,-11 64 3711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2:32.2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19 2484,'-4'-1'182,"0"1"0,0-1-1,1 1 1,-1-1-1,0 0 1,1-1 0,-1 1-1,-4-3 1,7 4-165,1 0-1,0 0 1,0 0-1,0 0 0,0 0 1,-1 0-1,1 0 1,0 0-1,0 0 1,0 1-1,0-1 1,0 0-1,0 0 1,0 0-1,-1 0 1,1 0-1,0 1 1,0-1-1,0 0 1,0 0-1,0 0 1,0 0-1,0 1 1,0-1-1,0 0 1,0 0-1,0 0 1,0 0-1,0 1 1,0-1-1,0 0 1,0 0-1,0 0 1,0 0-1,0 1 1,0-1-1,0 0 1,0 0-1,0 0 1,0 0-1,0 1 1,0-1-1,1 0 1,-1 0-1,0 0 1,0 0-1,0 0 0,0 0 1,0 1-1,0-1 1,1 0-1,-1 1 17,1 0 0,-1-1-1,0 1 1,1 0 0,-1 0-1,1 0 1,-1-1 0,1 1-1,-1 0 1,1-1 0,0 1-1,-1-1 1,1 1 0,0 0-1,0-1 1,-1 1 0,2-1 0,8 2 98,0 0 1,1-1-1,-1 0 1,0-1-1,0 0 1,1 0-1,-1-1 1,12-3 0,21-1 0,-2 0-11,-25 1-66,-16 2-29,-6 1-1,-15-1-19,-1 2 0,0 0 1,-40 6-1,32-2 256,177-23 457,-174 25-842,0 0 23,0-1 1,-33 3-1,53-8-125,-3 0-1853,9-2 1181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2:32.9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158 225 1932,'2'6'1979,"12"-8"-794,-1-1-1019,-1 1-1,1 1 0,16-1 0,-13 2-93,28-6 0,-31 4-47,0 0 1,0-2-1,-1 0 0,0 0 1,0-1-1,0 0 1,0-1-1,13-9 1,-19 10-27,-1 1 1,0-1-1,1 0 1,-2 0-1,1 0 1,5-8-1,-9 12 0,-1-1 0,1 0 1,0 1-1,0-1 0,-1 0 0,1 0 1,-1 1-1,1-1 0,-1 0 0,0 0 1,0 0-1,1 1 0,-2-1 0,1 0 1,0 0-1,0 0 0,0 0 0,-1 1 1,1-1-1,-1 0 0,0 0 0,1 1 0,-1-1 1,0 0-1,0 1 0,0-1 0,0 1 1,-2-3-1,-3-2 23,0 1 1,0-1-1,0 1 1,-1 0-1,0 1 1,0 0 0,0 0-1,-1 0 1,1 1-1,-1 0 1,-10-2-1,-5-1-13,1 1 0,-44-3 0,55 8-14,-1 0 0,1 0 0,0 2 1,-1-1-1,1 1 0,0 1 0,0 0 1,0 0-1,1 2 0,-15 6 0,12-4 56,-1 1-1,1 1 0,1 0 0,-1 1 0,2 0 0,-1 1 0,-9 12 0,20-22-49,0 0 0,0 0 0,0 1 0,0-1-1,0 0 1,0 1 0,0-1 0,0 0 0,1 1-1,-1-1 1,1 1 0,-1-1 0,1 1 0,0-1-1,-1 1 1,1 0 0,0-1 0,0 1 0,0-1-1,0 1 1,0 0 0,1-1 0,-1 3 0,1-2-7,1 0 1,-1 0 0,0 0 0,1 0 0,-1 0 0,1 0 0,0-1 0,-1 1 0,1 0 0,0-1 0,0 1-1,0-1 1,4 2 0,6 3-255,1-1-1,0 0 1,0-1 0,15 3-1,8-1-936,-15-7 451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2:34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1 836 592,'4'-2'166,"1"0"-1,-1-1 0,0 1 1,1-1-1,-1 0 1,-1 0-1,6-5 1,44-38 124,36-23-239,-9 7 211,-47 32 3,2 2 0,0 1 1,2 2-1,1 2 0,1 1 0,70-28 1,498-119-11,-605 169-258,620-127-60,-400 107 33,-186 18 37,-30 2-13,8-3 990,-24-6 49,2 3-1079,-4-3 81,-1 1-1,-1 1 0,1 0 1,-1 1-1,-26-8 0,-26-11 471,28 9 124,172 36-343,-106-15-303,-17-3 1,0 0 1,0 0 0,-1 1 0,19 7-1,-28-10 18,-1 1-1,1-1 0,-1 0 0,1 0 0,-1 1 0,0-1 0,1 0 0,-1 0 0,0 1 1,1-1-1,-1 1 0,0-1 0,1 0 0,-1 1 0,0-1 0,0 1 0,0-1 0,1 1 1,-1-1-1,0 0 0,0 1 0,0-1 0,0 1 0,0-1 0,0 1 0,0-1 1,0 1-1,0-1 0,0 1 0,0-1 0,0 1 0,0-1 0,0 1 0,0-1 0,0 1 1,-1-1-1,1 0 0,0 1 0,0-1 0,-1 1 0,1-1 0,0 1 0,0-1 0,-1 0 1,1 1-1,-1-1 0,1 0 0,0 0 0,-1 1 0,1-1 0,-1 1 0,-25 17 55,21-15-38,-188 117 263,181-112-298,4-2-464,-1-1-1,0 0 1,-17 8-1,17-12-370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2:34.4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12 2396,'-13'-10'894,"11"8"183,9 3-220,-6-1-817,-1 1 1,1-1-1,0 1 0,0 0 1,0-1-1,-1 1 0,1 0 1,0-1-1,-1 1 0,1 0 1,-1 0-1,1-1 0,-1 1 1,1 0-1,-1 0 0,0 0 1,1 0-1,-1 0 0,0 0 1,1-1-1,-1 1 0,0 0 1,0 0-1,0 0 1,0 0-1,0 0 0,0 0 1,0 0-1,-1 0 0,1 2 1,-7 38 534,5-31-506,1-6-121,0-1 1,1 1-1,0-1 1,-1 1 0,1-1-1,1 1 1,-1-1 0,0 1-1,1-1 1,0 1-1,0-1 1,0 1 0,2 4-1,-5-6-1303,3-1 483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2:34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45 3176,'-7'-8'119,"5"6"36,0 0 0,0 1 0,1-2-1,-1 1 1,0 0 0,1 0 0,0 0-1,-1-1 1,1 1 0,-2-6 0,4 8-104,-1-1 1,0 1 0,1-1-1,-1 1 1,0-1-1,1 1 1,-1-1-1,1 1 1,-1 0 0,0-1-1,1 1 1,-1 0-1,1-1 1,-1 1-1,1 0 1,0-1 0,-1 1-1,1 0 1,-1 0-1,1 0 1,-1 0-1,1-1 1,0 1 0,-1 0-1,1 0 1,-1 0-1,1 0 1,0 0-1,0 1 1,20 1-1637,-16 0 901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2:35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11 2336,'-8'-8'414,"2"5"1940,7 8-2238,0-1 1,-1 1-1,1 0 1,-1-1-1,0 1 1,0 0-1,0 0 0,0-1 1,-1 1-1,0 0 1,0-1-1,0 1 1,-1 0-1,-2 4 1,0 1-47,1 0 0,0 0 0,0 1 0,1 0 0,0-1 0,1 1 0,1 0 0,0 20 0,-2-12 14,2-18-99,-1 0 0,1 0 1,0 1-1,0-1 0,0 0 0,-1 0 1,1 1-1,0-1 0,1 0 1,-1 0-1,0 1 0,0-1 0,0 0 1,1 2-1,-2 0-1042,5-5-1626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2:35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13 2724,'-13'-3'160,"11"3"-53,-1-1-1,1 0 1,-1 0-1,0 1 1,0-1-1,1 1 1,-1 0-1,0 0 1,0 0-1,-3 1 1,6-1-76,0 1 1,0-1 0,1 0 0,-1 1-1,0-1 1,0 0 0,0 1 0,0-1-1,1 0 1,-1 0 0,0 1-1,0-1 1,1 0 0,-1 1 0,0-1-1,0 0 1,1 0 0,-1 0 0,0 1-1,1-1 1,-1 0 0,0 0-1,1 0 1,-1 0 0,0 0 0,1 0-1,-1 1 1,0-1 0,1 0 0,-1 0-1,0 0 1,1 0 0,-1 0-1,1 0 1,-1-1 0,20 6 120,1-5-333,0-1 0,0-1 0,0-1 0,23-7-1,-34 8-394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2:35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2604,'0'0'1258,"0"-2"-717,1-6 2276,0 10-1579,0 17-1359,0-1 182,0-14 3,3 0 1,1-1-58,-4-2-14,1 0 0,-1 0 0,1 1 1,-1-1-1,0 0 0,1 1 0,-1-1 0,0 1 0,0-1 1,1 3-1,2-4-232,1-1 144,0 1 0,-1-1-1,1-1 1,-1 1 0,0 0 0,1-1-1,-1 0 1,0 0 0,0-1 0,0 1 0,4-4-1,10-15 41,-15 17-16,4 19-125,-6-13 208,0 0-1,0 0 1,0-1 0,0 1 0,1 0 0,-1 0 0,0-1 0,1 1 0,-1 0 0,3 1 0,1 1 15,-5-3-21,1 0-1,-1-1 1,1 1 0,-1 0-1,1-1 1,0 1-1,-1-1 1,1 1 0,0-1-1,-1 1 1,1-1-1,0 0 1,0 1-1,-1-1 1,1 0 0,0 1-1,0-1 1,0 0-1,-1 0 1,1 0-1,0 0 1,0 0 0,0 0-1,1 0 1,0 0 14,1 1 54,0-2-16,0 0-57,-1 0-1,1 0 0,-1-1 1,0 1-1,1 0 0,-1-1 1,0 0-1,0 1 0,0-1 0,0 0 1,-1 0-1,1 0 0,0 0 1,1-3-1,-1-5 47,-4-8 21,1 13 388,0 1-374,-3-12-30,2 12-103,2-2 245,-1 1-3492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2:36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36 3052,'0'0'559,"0"-4"-146,0-15 4224,0 19-4593,-1-1 0,1 1 0,0-1-1,0 1 1,0-1 0,0 1-1,0-1 1,0 1 0,0-1 0,0 1-1,0-1 1,0 1 0,0-1-1,0 1 1,1 0 0,-1-1 0,0 1-1,0-1 1,0 1 0,1-1-1,-1 1 1,0-1 0,0 1-1,1 0 1,-1-1 0,0 1 0,1-1-1,8 12 290,8 29-378,-16-36 138,13 31-80,-7-21-4027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2:36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18 2812,'-17'-16'784,"16"14"-280,2 6-186,5 6-392,6 7-590,-6-11 172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2:36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67 3816,'-1'-1'73,"0"1"-1,1-1 0,-1 0 0,1 0 1,0 0-1,-1 0 0,1 0 0,0 0 1,-1 0-1,1 0 0,0 0 1,0 0-1,0 0 0,0 0 0,0-1 1,0 1-1,1-2 0,-1 3-3,0-1 0,0 1 0,1 0 0,-1-1 0,0 1 0,1-1 0,-1 1 0,0 0 0,1-1 0,-1 1 0,1 0 0,-1-1 0,1 1 0,-1 0 0,1 0 0,-1-1 0,1 1 0,-1 0 0,1 0 0,-1 0 0,1 0 1,-1 0-1,1 0 0,-1 0 0,1 0 0,-1 0 0,1 0 0,-1 0 0,1 0 0,-1 0 0,1 0 0,0 1 0,1-1-67,-1 1 1,0 0-1,0 0 0,1 0 1,-1 0-1,0 0 1,0 0-1,0 0 0,0 1 1,0-1-1,-1 0 1,1 0-1,0 1 1,0-1-1,-1 1 0,1-1 1,-1 0-1,1 1 1,-1-1-1,1 3 0,4 32 88,1 79 255,-8-108-2574</inkml:trace>
  <inkml:trace contextRef="#ctx0" brushRef="#br0" timeOffset="1">103 2 3600,'-10'-2'869,"7"6"-114,9 15 336,0-1-701,-3 2-160,-2 0-1,0-1 0,-2 22 0,0-17-111,3 30 0,-2-48-491,0 1-1,0-1 1,0 1-1,-3 11 1,4-16-478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2:38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19 275 2104,'-14'3'163,"10"-2"805,6 2 281,6 4-258,-8-7-911,1 0 1,0 0-1,0 0 1,0 0 0,0 0-1,-1 0 1,1 0 0,0 0-1,0 0 1,0 0 0,0 0-1,-1-1 1,1 1 0,0 0-1,0 0 1,-1-1 0,1 1-1,0-1 1,1 0-1,17-10 70,-18 10-102,6-4-32,0 1 0,0-1 0,-1-1 0,0 1-1,0-1 1,0 0 0,0 0 0,-1-1 0,0 0-1,-1 0 1,0 0 0,0 0 0,0-1 0,-1 1-1,0-1 1,3-13 0,0 1-19,4-23-21,-10 40 75,1 1 1,-1-1 0,0 0-1,0 1 1,0-1 0,0 0 0,-1 0-1,1 1 1,-1-1 0,0 0-1,1 1 1,-4-5 0,5 10-36,0 0 0,-1 0 0,1 0 0,-1 0 0,0 0 1,0 0-1,-1 4 0,2 20 15,2-11 8,-1-1 0,-1 1-1,0-1 1,-1 1 0,-3 28 0,2-41-62,0-1-1,0 1 0,-1-1 1,1 0-1,0 1 1,-1-1-1,0 0 0,1 0 1,-1 0-1,0 0 1,0-1-1,0 1 1,0 0-1,-1-1 0,1 1 1,0-1-1,-1 0 1,1 0-1,0 0 1,-1 0-1,0 0 0,-2 0 1,-5 2-406,0-1 0,1 0 0,-1-1 1,-16 1-1,23-2 365,0-1-1,0 0 1,0 0 0,1 0 0,-1 0-1,0 0 1,1 0 0,-1-1 0,-2-1-1,-4-8 30,9 10 35,0 1 1,0 0 0,0-1 0,0 1-1,0-1 1,0 1 0,0-1-1,1 1 1,-1 0 0,0-1 0,0 1-1,0-1 1,1 1 0,-1 0-1,0-1 1,0 1 0,1 0 0,-1-1-1,0 1 1,1 0 0,-1-1-1,0 1 1,1 0 0,-1 0 0,0-1-1,1 1 1,-1 0 0,1 0-1,-1 0 1,1-1 0,6-1 91,0 1 1,1-1-1,-1 1 1,0 0-1,1 1 0,-1 0 1,1 0-1,10 2 1,19-1 19,-23-1-93,0-1-1,0-1 1,0 0 0,0-1-1,-1 0 1,19-8 0,-27 9-13,0 0 1,1-1-1,-1 0 1,-1-1-1,1 1 1,0-1-1,-1 0 1,0 0-1,1 0 1,-2 0-1,1-1 1,0 0-1,-1 1 1,0-1-1,0-1 1,-1 1-1,5-11 1,-4 7-6,0 0 0,-1-1-1,0 0 1,-1 1 0,0-1 0,0 0 0,-1 0 0,0 0-1,0 1 1,-1-1 0,-4-15 0,5 25 1,0 0 1,0 0-1,0 0 0,0 0 0,0 0 1,0 0-1,0-1 0,-1 1 1,1 0-1,0 0 0,0 0 1,0 0-1,0 0 0,0 0 1,0 0-1,0 0 0,0 0 1,-1 0-1,1 0 0,0 0 1,0 0-1,0 0 0,0 0 0,0 0 1,0-1-1,0 1 0,-1 0 1,1 0-1,0 0 0,0 0 1,0 1-1,0-1 0,0 0 1,0 0-1,0 0 0,-1 0 1,1 0-1,0 0 0,0 0 0,0 0 1,0 0-1,0 0 0,0 0 1,0 0-1,0 0 0,-1 0 1,1 0-1,0 0 0,0 1 1,0-1-1,0 0 0,0 0 1,0 0-1,0 0 0,0 0 1,0 0-1,0 0 0,0 1 0,-8 11 4,-3 14-14,3 1 98,2 0 1,0 1 0,2 0-1,-1 40 1,5-59-60,1 20-5,-1-28-13,0 0 0,0 1 0,0-1 0,1 0 0,-1 1 0,0-1 0,1 0-1,-1 1 1,1-1 0,-1 0 0,1 0 0,0 0 0,0 1 0,-1-1 0,1 0-1,1 1 1,-1-2 25,24-32 158,0 0-256,-17 20-4,2 0 0,19-18 0,-29 30 61,0-1 0,0 1 0,0 0 1,1-1-1,-1 1 0,0 0 0,0 0 1,1-1-1,-1 1 0,0 0 0,0 0 0,1 0 1,-1-1-1,0 1 0,1 0 0,-1 0 1,0 0-1,1 0 0,-1 0 0,0 0 0,1-1 1,-1 1-1,0 0 0,1 0 0,-1 0 1,1 0-1,-1 0 0,0 0 0,1 1 1,-1-1-1,0 0 0,1 0 0,-1 0 0,0 0 1,1 0-1,-1 0 0,0 1 0,1-1 1,-1 0-1,0 0 0,0 0 0,1 1 1,-1-1-1,0 0 0,0 0 0,1 1 0,-1-1 1,0 0-1,0 1 0,0-1 0,0 0 1,1 1-1,-1-1 0,0 0 0,0 1 1,0-1-1,0 0 0,0 1 0,0-1 0,0 0 1,0 1-1,0-1 0,0 1 0,0 0 1,0 33 0,-1-18 20,2-13-24,0 0 0,-1 0 0,1 0-1,1-1 1,-1 1 0,0 0 0,1 0-1,-1-1 1,1 1 0,0-1 0,0 1-1,0-1 1,0 0 0,0 0 0,0 0-1,1 0 1,-1 0 0,1-1 0,-1 1-1,1 0 1,0-1 0,-1 0 0,1 0-1,0 0 1,0 0 0,0 0 0,0-1 0,0 1-1,4-1 1,-5 1-59,1-1-1,-1 0 1,1 0 0,0-1-1,-1 1 1,1 0 0,-1-1-1,1 0 1,0 1 0,-1-1-1,1 0 1,-1 0 0,0 0 0,1-1-1,-1 1 1,0-1 0,0 1-1,0-1 1,0 0 0,0 1-1,0-1 1,0 0 0,-1 0-1,1-1 1,-1 1 0,1 0-1,-1 0 1,0-1 0,0 1-1,0-1 1,0 1 0,-1-1-1,2-3 1,2-16-100,3-25 140,-9 70 481,1-14-335,1 0-1,-1 0 1,2 0 0,-1 0 0,3 11-1,-3-18-104,1 0 0,-1 0 0,1-1 0,0 1 0,-1 0 0,1-1 0,0 1 0,0 0 0,0-1 0,0 1 0,0-1 0,1 0 0,-1 1 0,0-1 0,1 0 0,-1 0 0,1 0 0,-1 0 0,1 0 0,-1 0 0,1 0 0,0 0 0,0-1 0,-1 1 0,1-1 0,0 1 0,0-1 0,-1 0 0,1 0 0,0 0 0,3 0 0,-3 0-15,1 1 0,-1-1-1,0-1 1,0 1-1,1 0 1,-1 0 0,0-1-1,0 1 1,0-1 0,1 0-1,-1 0 1,0 0 0,0 0-1,0 0 1,0 0-1,-1 0 1,1-1 0,0 1-1,0-1 1,-1 1 0,1-1-1,-1 0 1,1 1 0,-1-1-1,0 0 1,0 0-1,0 0 1,0 0 0,0 0-1,0 0 1,0-1 0,-1 1-1,1 0 1,-1 0 0,0 0-1,1-1 1,-1 1 0,0 0-1,0 0 1,-1-1-1,1 1 1,0 0 0,-1 0-1,1-1 1,-1 1 0,0 0-1,-1-2 1,-1-7-34,-10-26-16,13 35 46,-1 1-1,0-1 1,0 1 0,0-1 0,0 1 0,0 0 0,0-1 0,0 1 0,0 0 0,0 0-1,-1-1 1,1 1 0,0 0 0,-1 0 0,1 1 0,-1-1 0,1 0 0,-3-1 0,3 3 2,0-1 0,0 0 0,0 0 0,0 1 0,1-1 0,-1 0 0,0 1 0,0-1 0,1 0 0,-1 1 0,0 0 0,0-1 0,1 1 0,-1-1 0,1 1 0,-1 0 0,1-1 0,-1 1 0,1 0 0,-1-1 0,1 1 1,-1 0-1,1 0 0,0 0 0,-1-1 0,1 1 0,0 0 0,0 0 0,0 0 0,0 1 0,-6 29 16,6-31-14,-1 3 6,1-1-1,0 0 1,-1 1 0,1-1 0,0 1 0,0-1 0,1 1 0,-1-1 0,0 0 0,1 1 0,-1-1 0,1 0 0,0 1 0,0-1 0,0 0 0,0 0 0,0 0 0,0 0 0,1 0 0,-1 0 0,1 0 0,0 0 0,-1 0-1,1 0 1,0-1 0,0 1 0,0-1 0,0 0 0,0 1 0,0-1 0,0 0 0,0 0 0,1 0 0,-1-1 0,0 1 0,1-1 0,-1 1 0,5 0 0,-3-1-12,0 0 1,-1 0 0,1-1-1,0 1 1,-1-1 0,1 0-1,0 0 1,-1 0-1,1 0 1,-1-1 0,0 1-1,1-1 1,-1 0-1,0 0 1,0 0 0,0 0-1,0-1 1,-1 1 0,1-1-1,-1 0 1,1 0-1,-1 1 1,0-2 0,0 1-1,2-5 1,9-35-62,-6 16 14,-8 29-96,-1 1 142,1 1-1,0 0 1,0-1-1,0 1 1,1-1-1,-1 1 1,1 0-1,0 0 1,0 4-1,2 4 17,-2-8 0,0 0 0,1 0 0,0 0 0,0 0 0,0 0-1,2 5 1,-2-8-7,-1 0 0,1 0 0,0-1 0,-1 1 1,1 0-1,0 0 0,0 0 0,0-1 0,0 1 0,0 0 0,-1-1 0,1 1 0,0-1 0,0 1 0,1-1 0,-1 1 0,0-1 0,0 0 0,0 0 0,0 1 0,0-1 1,0 0-1,0 0 0,0 0 0,1 0 0,-1 0 0,2-1 0,1 0-32,0 0 0,0 0 0,0-1 0,0 0 1,-1 0-1,1 0 0,0 0 0,-1 0 0,1-1 0,-1 0 0,0 1 0,0-1 1,0-1-1,0 1 0,0 0 0,-1-1 0,0 1 0,1-1 0,-1 0 1,0 1-1,-1-1 0,1 0 0,-1 0 0,0 0 0,0-1 0,1-5 0,-12 41 549,9-27-465,0 0 0,1 1 0,-1-1 0,1 0 0,0 0 0,0 1 0,1 5 0,-1-9-23,1 0 1,-1 0 0,1 0 0,-1 0 0,1 0 0,-1 0-1,1 0 1,-1-1 0,1 1 0,0 0 0,0 0 0,0 0 0,-1-1-1,1 1 1,0 0 0,0-1 0,0 1 0,0-1 0,0 1 0,0-1-1,0 1 1,0-1 0,0 0 0,0 1 0,0-1 0,0 0-1,1 0 1,-1 0 0,0 0 0,0 0 0,2 0 0,3-1 59,-1 1 1,1-1 0,-1 0 0,1 0-1,-1-1 1,0 1 0,0-1-1,1 0 1,-1-1 0,-1 1 0,1-1-1,0 0 1,-1 0 0,1-1 0,-1 1-1,0-1 1,0 0 0,0 0-1,5-9 1,-6 10-67,0-1 0,-1 0 0,0 0 0,0-1-1,0 1 1,0 0 0,-1-1 0,0 1 0,0-1 0,0 1 0,0-1-1,-1 1 1,0-1 0,0 0 0,0 1 0,0-1 0,-1 1 0,1-1-1,-1 1 1,-1-1 0,1 1 0,0-1 0,-1 1 0,-2-5 0,1 5-133,1 0 134,0 0-1,-1 0 0,1 0 0,-1 0 0,-6-6 1,9 10-85,-1-1 1,0 1 0,1-1-1,-1 1 1,0-1 0,0 1 0,1 0-1,-1-1 1,0 1 0,0 0-1,0 0 1,0-1 0,1 1-1,-1 0 1,0 0 0,0 0 0,0 0-1,0 0 1,0 0 0,1 0-1,-1 1 1,0-1 0,0 0 0,0 0-1,0 1 1,1-1 0,-1 0-1,0 1 1,0-1 0,1 1-1,-1-1 1,0 1 0,1-1 0,-1 1-1,0 0 1,0 0 0,-4 4-1003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2:39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12 1696,'-3'-1'57,"0"-1"1,1 1-1,-1 0 0,0 0 0,0 0 1,0 1-1,0-1 0,0 1 1,0-1-1,-1 1 0,1 0 0,0 0 1,0 1-1,0-1 0,0 0 0,0 1 1,0 0-1,0 0 0,0 0 0,0 0 1,1 0-1,-1 1 0,0-1 1,0 1-1,1 0 0,-1-1 0,1 1 1,0 0-1,0 1 0,-1-1 0,1 0 1,1 1-1,-1-1 0,0 1 0,1-1 1,-1 1-1,1 0 0,0 0 1,-1 0-1,1 0 0,1-1 0,-1 2 1,0-1-1,1 0 0,-1 4 0,1-3-46,0 0 0,-1 0-1,1-1 1,0 1 0,1 0-1,-1 0 1,1 0 0,0 0 0,0-1-1,2 8 1,-1-9-9,-1 0 0,0 0 0,1 0 0,0 0 0,-1 0 0,1 0 1,0-1-1,0 1 0,0 0 0,0-1 0,0 0 0,0 1 0,1-1 0,-1 0 0,0 0 0,1-1 1,-1 1-1,4 0 0,1 1-6,1-1-1,0-1 1,0 1 0,0-1 0,-1-1 0,1 1-1,0-2 1,0 1 0,-1-1 0,1 0-1,-1 0 1,11-6 0,-9 5-40,-1-1-1,0 0 1,0-1-1,-1 0 1,1 0-1,-1-1 1,0 0-1,-1 0 1,1 0-1,7-12 1,-12 15 37,0 0 0,-1 0 0,0 0-1,1 0 1,-1 0 0,0-1 0,0-5 0,-1 9 15,1-1 1,-1 0-1,0 0 0,0 1 0,0-1 0,0 0 0,0 0 1,0 1-1,0-1 0,0 0 0,0 1 0,0-1 0,0 0 0,0 0 1,-1 1-1,1-1 0,0 0 0,-1 1 0,1-1 0,0 0 1,-1 1-1,1-1 0,-1 0 0,1 1 0,-1-1 0,1 1 1,-1-1-1,1 1 0,-1-1 0,1 1 0,-1 0 0,0-1 0,1 1 1,-1 0-1,0-1 0,1 1 0,-1 0 0,0 0 0,0 0 1,0-1-1,0 2 11,0-1-1,0 0 1,1 1 0,-1-1 0,0 0 0,0 1 0,1-1-1,-1 1 1,0 0 0,1-1 0,-1 1 0,0 0 0,1-1-1,-1 1 1,1 0 0,-1-1 0,1 1 0,-1 0 0,1 0-1,0 0 1,-1-1 0,1 1 0,0 0 0,0 0 0,0 0-1,-1 0 1,1 0 0,0 0 0,0-1 0,0 1 0,0 0-1,1 2 1,1 30 392,-2-30-395,1 0 1,-1 0 0,1 0-1,0 0 1,0 0 0,0-1-1,0 1 1,0 0 0,0-1-1,1 1 1,-1 0 0,1-1 0,0 0-1,0 1 1,0-1 0,0 0-1,0 0 1,1 0 0,-1 0-1,0 0 1,1-1 0,0 1-1,-1-1 1,1 0 0,0 0-1,0 0 1,-1 0 0,1 0-1,0 0 1,0-1 0,0 1-1,0-1 1,0 0 0,0 0-1,0 0 1,0 0 0,0-1-1,0 1 1,0-1 0,4-1-1,-1 0-9,-1 1 1,1-1-1,-1 0 0,0-1 0,0 1 0,0-1 0,-1 0 1,1 0-1,-1-1 0,1 1 0,-1-1 0,0 0 1,4-5-1,-7 8-9,0-1 1,1 0-1,-1 0 1,0 0-1,0 0 1,0 0-1,-1 0 1,1 0-1,0 0 1,-1 0 0,1-1-1,-1 1 1,0 0-1,0 0 1,0 0-1,0-1 1,0 1-1,0 0 1,0 0-1,-1 0 1,1-1-1,-1 1 1,0 0-1,1 0 1,-1 0-1,0 0 1,0 0-1,-1 0 1,1 1-1,0-1 1,-1 0-1,1 0 1,-1 1-1,1-1 1,-4-1 0,3 1-3,1 1 0,-1-1 0,-1 1 1,1 0-1,0 0 0,0 0 1,0 0-1,0 0 0,-1 0 1,1 1-1,0-1 0,-1 1 1,1-1-1,-1 1 0,1 0 0,0 0 1,-1 0-1,1 1 0,0-1 1,-1 0-1,1 1 0,0-1 1,-1 1-1,1 0 0,0 0 1,0 0-1,-3 2 0,3-2-31,0 0 1,1 0-1,-1 0 1,0 0-1,1 1 0,-1-1 1,1 0-1,0 1 0,-1 0 1,1-1-1,0 1 1,0 0-1,0-1 0,0 1 1,0 0-1,0 0 0,1 0 1,-1 0-1,1 0 1,-1 0-1,1 0 0,0 0 1,0 0-1,0 0 0,0 0 1,0 0-1,0 0 1,0 0-1,1 0 0,-1 0 1,2 3-1,0 3-501,2-1-113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2:40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14 200 2724,'-1'-1'114,"0"0"0,0 0 0,0 0-1,0 0 1,0 0 0,0 0 0,0 0 0,0 0-1,0-1 1,1 1 0,-1 0 0,1 0 0,-1-1-1,1 1 1,-1-1 0,1 1 0,0 0-1,-1-4 1,2 4 28,0 0 0,0 0 0,0 0 0,0 1-1,0-1 1,0 0 0,0 0 0,0 0 0,0 1 0,0-1-1,0 0 1,0 1 0,1-1 0,-1 1 0,0 0 0,0-1 0,1 1-1,-1 0 1,0 0 0,1 0 0,1 0 0,-1-1-105,1 1 1,0-1 0,0 1 0,0 0-1,-1 0 1,1 0 0,0 0 0,0 1-1,0-1 1,-1 1 0,1 0 0,0-1-1,-1 1 1,1 0 0,0 1 0,-1-1-1,5 3 1,-6-2-36,0-1 0,1 1 0,-1-1 0,0 1-1,0 0 1,0 0 0,0-1 0,0 1 0,0 0 0,-1 0-1,1 0 1,-1 0 0,1 0 0,-1 0 0,0 0 0,0 0 0,0 0-1,0 0 1,0 0 0,0 0 0,0 0 0,-1 0 0,1 0-1,-1 0 1,-1 3 0,0 3-80,-1-1-1,0 0 1,0 1-1,-1-1 1,-5 6-1,8-10 20,-1-1 0,0 1-1,0-1 1,0 1-1,0-1 1,-1 0 0,1 0-1,0 0 1,-1 0 0,0-1-1,1 1 1,-1-1-1,0 1 1,0-1 0,-5 2-1,28-31 86,-2 9-59,2 1 0,0 0 1,0 1-1,2 1 0,45-25 1,-67 41 28,1 0 1,-1-1-1,1 1 1,-1 0 0,1 0-1,-1-1 1,1 1-1,-1 0 1,1 0 0,-1 0-1,1 0 1,-1 0-1,1 0 1,-1 0-1,1 0 1,0 0 0,-1 0-1,1 0 1,-1 0-1,1 0 1,-1 0 0,1 0-1,-1 1 1,1-1-1,-1 0 1,1 0 0,-1 1-1,1-1 1,-1 0-1,1 1 1,-1-1-1,0 0 1,1 1 0,-1-1-1,1 0 1,-1 1-1,0-1 1,1 1 0,-1-1-1,0 1 1,0-1-1,0 1 1,1-1 0,-1 1-1,0-1 1,0 1-1,0 0 1,0-1-1,0 1 1,0-1 0,0 1-1,0-1 1,0 1-1,0-1 1,0 1 0,0 0-1,-6 44 65,3-30-43,3-12-15,0-1 0,0 1 0,0-1-1,1 1 1,-1-1 0,1 0 0,0 1-1,-1-1 1,1 0 0,0 1 0,0-1-1,0 0 1,1 0 0,-1 0 0,0 0-1,1 0 1,2 2 0,-4-3-2,1 0 1,0 0-1,1 0 0,-1-1 1,0 1-1,0 0 1,0 0-1,0-1 0,1 1 1,-1-1-1,0 1 1,1-1-1,-1 1 0,0-1 1,1 0-1,-1 0 1,0 0-1,1 0 0,-1 0 1,1 0-1,-1 0 0,0 0 1,1 0-1,-1-1 1,0 1-1,1 0 0,-1-1 1,0 1-1,1-1 1,-1 0-1,2-1 0,0 0-4,0-1 0,0 0-1,0 0 1,-1 0-1,1-1 1,-1 1 0,0-1-1,1 1 1,-2-1-1,1 0 1,0 1 0,-1-1-1,0 0 1,2-6-1,1-8 2,2-33-1,-5 45-3,12-89 232,-9 52 962,-6 82-742,1-18-216,2 37 0,0-51-198,0 0 1,0 0-1,1 0 0,0 0 0,0 0 0,1-1 0,0 1 0,0-1 0,6 9 0,-5-9-135,22 27 324,-25-31-517,1 0-1,0-1 1,0 1-1,0-1 1,0 0-1,1 1 1,-1-1-1,0 0 1,0 0-1,1-1 1,-1 1-1,1 0 0,-1-1 1,5 1-1,-2 0-881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2:40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4 3384,'-16'-3'279,"-1"3"3481,17 0-3654,14 4 35,0 0 0,0-1 0,1 0 0,-1-1-1,0 0 1,27-2 0,27 4-3370,-57-3 2251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2:41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23 182 2872,'-1'-1'210,"0"1"0,0-1 0,0 1 0,0-1 0,0 1 0,0 0 0,0-1 0,0 1 0,0 0-1,0 0 1,0 0 0,0 0 0,-3 3 2841,14 0-2910,2-1-56,-1-1 1,1 0-1,12-1 0,-19 0-300,0-1 0,0 1 0,0-1 0,0 0 0,0 0 0,0-1 0,-1 1-1,1-1 1,8-4 0,-13 5 160,1 1 0,0 0 0,-1-1 1,1 1-1,-1 0 0,1-1 0,-1 1 0,1-1 0,-1 1 0,0-1 0,1 1 0,-1-1 0,0 1 0,1-1 0,-1 1 0,0-1 0,1 1 0,-1-1 0,0 1 1,0-1-1,0 0 0,0 1 0,1-1 0,-1 0 0,0 1 0,0-1 0,0 1 0,0-1 0,0 0 0,-1 0 0,1 0 7,-1-1 0,0 1 0,0 0-1,0-1 1,0 1 0,0 0 0,0 0-1,0 0 1,0 0 0,0 0 0,0 0 0,-2-1-1,-2-1-1,-1-1-1,0 1 0,0 1 0,-12-5 1,15 6 74,0 1 0,-1-1 0,1 1 0,0-1 0,-1 1 0,1 0 0,0 1 0,-1-1 0,1 0 0,0 1 0,-1 0 0,1 0 0,0 0 0,0 0 0,0 0 0,-4 2 0,5-1 5,0-1-1,0 1 1,1-1-1,-1 1 1,0 0-1,1 0 1,-1 0 0,1 0-1,-1 0 1,1 0-1,0 0 1,0 1-1,0-1 1,0 0 0,0 1-1,0-1 1,1 0-1,-1 1 1,1-1-1,0 1 1,0 4-1,0-2 4,0-1-1,0 0 0,0 0 0,1 1 0,0-1 0,0 0 0,0 0 0,0 0 0,1 0 0,-1 0 0,1 0 0,0 0 0,0-1 0,4 5 0,-4-6-14,0 0-1,0 0 0,0 0 1,1 0-1,-1-1 1,1 1-1,0-1 0,-1 1 1,1-1-1,0 0 0,0 0 1,0 0-1,0 0 0,0-1 1,0 1-1,0-1 0,0 0 1,0 0-1,0 0 1,4-1-1,8 0 29,0-1 0,17-4 1,-29 5-77,1 0 1,-1 0 0,0 0-1,0 0 1,0 0 0,0-1-1,0 0 1,0 1 0,0-1-1,0 0 1,-1 0 0,1-1 0,-1 1-1,1 0 1,3-6 0,-4 2 10,0 1 0,-1-1 0,1 0 0,-1 0 0,-1 1 1,1-1-1,-1 0 0,0 0 0,0 0 0,-2-9 0,0-12-25,4 28-16,1 10 218,-1 21-111,-1-10-14,6 35-1,-7-56-24,0 0 0,0 0 0,0 0 1,0 0-1,1-1 0,-1 1 0,0 0 0,1 0 0,-1 0 1,1 0-1,-1 0 0,1 0 0,-1 0 0,1-1 0,0 1 1,-1 0-1,1-1 0,1 2 0,-2-2-18,1 0 0,0 0 1,-1 0-1,1 1 0,-1-1 0,1 0 0,0 0 1,-1 0-1,1 0 0,-1-1 0,1 1 1,0 0-1,-1 0 0,1 0 0,-1 0 0,1-1 1,-1 1-1,1 0 0,-1 0 0,1-1 0,-1 1 1,2-1-1,3-4-202,0 1 1,0-2 0,0 1-1,5-8 1,-2 2-212,7-5 271,0 1 1,0 1 0,2 0 0,26-17-1,-42 31 178,-1-1-1,0 1 1,1 0-1,-1-1 0,1 1 1,-1-1-1,1 1 1,-1 0-1,1-1 1,0 1-1,-1 0 0,1 0 1,-1 0-1,1-1 1,-1 1-1,1 0 0,0 0 1,-1 0-1,1 0 1,0 0-1,-1 0 1,1 0-1,-1 0 0,1 0 1,0 0-1,-1 0 1,1 1-1,0-1 0,-1 17 1536,-2-4-1320,2-5-115,-1-1 1,2 1-1,-1-1 0,1 0 1,0 1-1,0-1 0,1 0 0,4 11 1,-6-16-120,1 0 0,-1-1 1,1 1-1,0-1 0,0 1 1,0-1-1,0 1 0,0-1 1,0 0-1,0 0 0,0 1 0,0-1 1,1 0-1,-1 0 0,0 0 1,1 0-1,-1 0 0,1 0 0,-1-1 1,1 1-1,0 0 0,-1-1 1,1 0-1,0 1 0,-1-1 1,1 0-1,0 1 0,-1-1 0,1 0 1,0 0-1,-1-1 0,1 1 1,0 0-1,0 0 0,-1-1 1,1 1-1,-1-1 0,1 0 0,0 1 1,-1-1-1,1 0 0,1-2 1,1 1-6,0 0 0,-1-1 0,0 1 1,1-1-1,-1 0 0,0 0 1,0 0-1,-1 0 0,1-1 0,-1 1 1,0-1-1,1 1 0,-1-1 0,-1 0 1,1 0-1,-1 0 0,1 0 0,0-5 1,0-7-22,0-1 1,0 0-1,-2-24 1,-1 27 27,2-1-1,-1 0 1,5-23 0,-2 28 241,-4 16 135,-5 19 248,3-7-366,1-1 0,0 34-1,2-46-451,0 0 0,1 0 0,0 0 0,-1 0 0,2-1 0,-1 1 0,1 0 0,-1 0 0,1-1 0,1 1 0,-1-1 1,1 0-1,-1 0 0,1 0 0,4 5 0,-2-5-806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2:42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16 2932,'-36'-16'2669,"59"18"-116,-17 0-2558,88 21-2123,-83-22 1191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2:42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35 2904,'-34'-9'834,"30"8"-282,0-1 0,0 1 0,0 0 0,0 0 1,0 0-1,-7 0 0,10 1-453,-1 0-1,1 1 1,-1-1 0,1 1-1,-1-1 1,1 1 0,-1-1-1,1 1 1,0 0 0,-1-1-1,1 1 1,0 0 0,0 0-1,-1 0 1,1 0 0,0 0-1,0 0 1,0 1 0,0-1-1,0 0 1,1 0 0,-2 3-1,-1 1-49,1 0-1,0 1 1,1-1 0,-1 1-1,1-1 1,0 1 0,0 0-1,0 0 1,1-1-1,0 1 1,0 0 0,1 0-1,0-1 1,0 1-1,0 0 1,0-1 0,1 1-1,0-1 1,0 1-1,1-1 1,4 7 0,-5-10-52,0-1 0,0 1 0,0-1 0,0 0 0,1 0 0,-1 0 0,0 0 0,1 0 0,-1 0 0,0-1 0,1 1 0,-1-1 0,1 0 0,-1 0 0,1 0 0,-1 0 0,1 0 0,-1 0 0,1 0 0,-1-1 0,1 0 0,3-1 0,0 1-15,0-1 0,0-1-1,0 1 1,0-1 0,0 0 0,-1 0 0,10-7 0,-13 8 2,0-1 0,0 0 0,0 1 0,0-1 0,0 0 0,-1 0 0,1 0 1,-1 0-1,0-1 0,0 1 0,0 0 0,0 0 0,-1-1 0,1 1 0,-1-1 0,0 1 1,0 0-1,0-1 0,0 1 0,-1 0 0,1-1 0,-3-5 0,2 4 18,0 1 1,-1-1-1,1 1 0,-1-1 0,0 1 0,0 0 0,-1 0 1,0 0-1,1 0 0,-1 0 0,0 1 0,-1-1 0,1 1 1,-1 0-1,-6-5 0,7 7 5,0 0 0,0 1 0,0-1 0,-1 1 0,1 0 0,0 0 1,0 0-1,0 0 0,0 1 0,0-1 0,0 1 0,-1 0 0,1-1 0,0 2 0,1-1 0,-1 0 0,0 0 0,0 1 1,0 0-1,1-1 0,-1 1 0,1 0 0,-4 4 0,4-3-209,1 0 1,0 0-1,0-1 0,0 1 1,0 0-1,0 0 0,0 0 1,1 0-1,0 0 0,0 0 1,-1 0-1,2 0 0,-1 0 1,0 0-1,1 0 1,-1 0-1,1 0 0,0 0 1,1 4-1,1 0-968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2:42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2904,'0'-6'-10,"1"-18"1175,-1 24-1062,0-1 0,0 1 0,0-1 0,0 1 0,0-1 0,0 0 0,0 1 0,1-1 0,-1 1 0,0-1 0,0 1 0,0-1 0,1 1 0,-1 0 1,0-1-1,0 1 0,1-1 0,-1 1 0,0-1 0,1 1 0,-1 0 0,1-1 0,-1 1 0,0 0 0,1-1 0,-1 1 0,1 0 0,-1 0 0,1 0 0,0-1 0,1 2-80,0 1-1,0-1 0,-1 1 1,1-1-1,0 1 0,-1 0 0,1-1 1,-1 1-1,1 0 0,-1 0 1,1 2-1,6 7 31,-4-7-31,0 0 0,0 0 0,-1 1 0,0-1-1,0 1 1,0 0 0,0 0 0,-1 0 0,0 0 0,0 1 0,0-1-1,-1 1 1,1-1 0,0 11 0,1-2 7,-3-14-25,0 0 0,0 1 0,0-1 0,0 1 0,0-1 0,0 0 0,0 1 1,1-1-1,-1 0 0,0 1 0,0-1 0,0 0 0,1 1 0,-1-1 0,0 0 0,0 1 1,1-1-1,-1 0 0,0 0 0,0 1 0,1-1 0,-1 0 0,0 0 0,1 0 0,-1 0 1,0 1-1,1-1 0,-1 0 0,1 0 0,0-1 5,-1-1 0,1 1 0,-1-1 0,1 0-1,-1 1 1,0-1 0,1 0 0,-1 1 0,0-1 0,0 1 0,0-3 0,0-4-16,1 0-309,0 0-1,1 0 1,0 0-1,1 1 1,0-1-1,0 0 0,0 1 1,1 0-1,0-1 1,9-10-1,-9 13-623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2:43.5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65 2964,'0'0'60,"0"0"-1,0 0 1,0 0-1,0 0 1,0 0 0,0 0-1,0-1 1,0 1-1,0 0 1,0 0-1,0 0 1,0 0-1,0 0 1,0 0-1,0 0 1,0 0-1,0-1 1,0 1 0,0 0-1,0 0 1,0 0-1,0 0 1,0 0-1,0 0 1,0 0-1,0-1 1,0 1-1,0 0 1,0 0 0,0 0-1,0 0 1,0 0-1,0 0 1,0 0-1,0 0 1,0 0-1,0 0 1,-1 0-1,1-1 1,0 1-1,0 0 1,0 0 0,0 0-1,0 0 1,0 0-1,0 0 1,0 0-1,-1 0 1,1 0-1,0 0 1,0 0-1,0 0 1,0 0 0,0 0-1,0 0 51,1-1 1,0 1-1,-1 0 0,1 0 1,0 0-1,-1-1 0,1 1 0,0 0 1,0 0-1,-1 0 0,1 0 1,0 0-1,-1 0 0,1 0 1,0 1-1,0-1 0,-1 0 0,2 1 1,3 0-58,-1 1 0,1-1 0,0 0 0,0-1 0,0 1 1,0-1-1,0 0 0,0 0 0,0 0 0,5-2 0,1 1-57,0-2 0,0 0-1,14-5 1,-23 8-75,-1-1 1,1 1-1,-1-1 0,0 0 0,1 1 0,-1-1 1,1 0-1,-1 0 0,0 1 0,0-1 0,0 0 1,1 0-1,-1-1 0,0 1 0,0 0 0,0 0 1,-1 0-1,1-1 0,0 1 0,0-2 0,-1 2 24,0 0-1,0 0 1,-1 0-1,1 0 1,0 0-1,-1 0 1,1 0-1,-1 0 0,1 0 1,-1 0-1,0 0 1,1 0-1,-1 0 1,0 0-1,0 0 1,1 1-1,-1-1 1,0 0-1,0 0 0,0 1 1,0-1-1,0 1 1,0-1-1,0 1 1,-2-1-1,-2-1 54,0 1-1,0 0 0,-1 0 1,1 0-1,0 0 1,0 1-1,-1 0 0,1 0 1,0 1-1,0-1 1,-1 1-1,1 0 1,0 1-1,0-1 0,0 1 1,0 0-1,0 0 1,1 1-1,-1-1 0,1 1 1,-1 0-1,1 0 1,0 1-1,0-1 0,-6 8 1,9-9 15,0 0 0,-1 0 0,1 0 0,1 0 0,-1 1 0,0-1-1,0 0 1,1 1 0,-1-1 0,1 0 0,0 1 0,0-1 0,0 0 0,0 1 0,0-1 0,0 1 0,1-1 0,-1 0 0,1 1 0,-1-1 0,1 0 0,0 0 0,0 1 0,0-1-1,0 0 1,1 0 0,-1 0 0,0 0 0,4 2 0,-2-1 4,0 0 1,0 0-1,0-1 0,1 1 0,-1-1 0,1 0 1,0 0-1,0 0 0,0 0 0,0-1 0,0 0 0,0 1 1,0-1-1,0-1 0,7 1 0,0-1-4,0 0 0,-1-1-1,1-1 1,15-4-1,-20 5-3,0-1-1,-1 0 0,1 0 0,0-1 1,-1 0-1,0 0 0,1 0 0,-1-1 0,5-4 1,-7 4-36,-1 0 0,1 0 1,-1 0-1,0 0 1,0-1-1,0 1 0,-1-1 1,1 1-1,-1-1 1,0 0-1,0 0 0,-1 1 1,0-1-1,0 0 1,0 0-1,0 0 0,-1 1 1,-1-8-1,2 11 26,0 1-1,0-1 1,0 1-1,0-1 0,-1 1 1,1 0-1,0-1 1,0 1-1,0-1 1,-1 1-1,1 0 0,0-1 1,-1 1-1,1 0 1,0-1-1,-1 1 1,1 0-1,0 0 0,-1-1 1,1 1-1,0 0 1,-1 0-1,1 0 1,-1-1-1,1 1 0,0 0 1,-1 0-1,1 0 1,-1 0-1,1 0 1,-1 0-1,1 0 0,0 0 1,-1 0-1,1 0 1,-1 0-1,1 0 1,-1 0-1,1 0 1,-1 0-1,1 1 0,0-1 1,-1 0-1,1 0 1,0 0-1,-1 1 1,1-1-1,-1 0 0,1 0 1,0 1-1,-1-1 1,1 0-1,0 1 1,0-1-1,-1 1 0,1-1 1,0 0-1,0 1 1,-1 0-1,1-1 5,-1 1-1,1-1 1,0 1-1,-1-1 1,1 1 0,0-1-1,-1 1 1,1 0-1,0-1 1,0 1-1,0-1 1,-1 1 0,1 0-1,0-1 1,0 1-1,0-1 1,0 1-1,0 0 1,0-1 0,0 1-1,0 0 1,0-1-1,1 1 1,-1-1-1,0 1 1,0 0 0,0-1-1,1 1 1,-1-1-1,0 1 1,1-1-1,-1 1 1,1-1 0,-1 1-1,0-1 1,1 1-1,-1-1 1,1 1-1,-1-1 1,1 0 0,-1 1-1,1-1 1,0 0-1,-1 1 1,1-1-1,-1 0 1,1 0 0,0 0-1,8 2 8,0 0 1,0-1-1,0-1 0,0 0 0,1 0 1,-1 0-1,0-1 0,13-4 0,-2 2-3,-19 3-3,-1 0 0,1 0 0,-1 0-1,1 0 1,-1 0 0,0 0 0,1 0 0,-1 0 0,1 0 0,-1 0-1,1 0 1,-1 0 0,0 0 0,1-1 0,-1 1 0,1 0 0,-1 0 0,0-1-1,1 1 1,-1 0 0,0 0 0,1-1 0,-1 1 0,0 0 0,1-1 0,-1 1-1,0 0 1,0-1 0,1 1 0,-1-1 0,-1 0 15,1 1 0,-1 0-1,0 0 1,1 0 0,-1 0 0,0 0 0,1 1-1,-1-1 1,0 0 0,1 0 0,-1 0 0,1 1-1,-1-1 1,0 0 0,1 0 0,-1 1 0,1-1-1,-1 1 1,0-1 0,1 0 0,-1 1 0,1-1-1,0 1 1,-1 0 0,-2 1 24,1 1 0,0 0 1,0-1-1,0 1 0,0 0 0,0 0 0,1 0 1,-1 0-1,1 0 0,0 1 0,0-1 0,0 0 0,0 0 1,1 1-1,-1-1 0,1 1 0,0-1 0,0 5 1,0-3-147,1 0 0,-1-1 0,1 1 1,0 0-1,0 0 0,0-1 0,1 1 0,0-1 1,0 1-1,0-1 0,0 0 0,5 7 1,-2-7-620,1-2-145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2:46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101 248 3448,'1'-23'272,"-3"18"4134,-1 4-3569,0-1-624,0 0-1,-1 0 1,1 1-1,-1-1 0,1 1 1,-6-1-1,6 3-153,-1 0-1,1 1 0,-1-1 0,1 1 1,0 0-1,0 0 0,0 0 0,0 0 1,0 0-1,0 1 0,1-1 0,-1 1 1,1 0-1,-1 0 0,1 0 0,0 0 1,-3 6-1,3-5-57,0 0 0,0 0 0,1 0 0,-1 0 0,1 0 0,0 0 0,0 1 0,0-1 1,1 0-1,0 1 0,-1-1 0,1 0 0,1 1 0,0 6 0,0-9-11,-1-1-1,1 1 1,0-1-1,0 1 1,0-1 0,0 1-1,0-1 1,0 0-1,0 1 1,0-1 0,0 0-1,1 0 1,-1 0-1,0 0 1,1 0 0,-1 0-1,1 0 1,-1 0-1,1 0 1,-1-1-1,1 1 1,0-1 0,-1 1-1,1-1 1,0 0-1,0 0 1,-1 1 0,1-1-1,0 0 1,-1-1-1,1 1 1,2 0 0,8-2-347,0 0 1,0-1 0,19-7-1,-12 4-347,7-1-133,35-10-928,-56 16 1645,0-1 1,-1 0 0,1-1-1,-1 1 1,1-1-1,-1 0 1,0 0 0,0 0-1,6-7 1,-4-3-21,-15 16 902,7-2-613,0 0-1,0 1 1,0-1-1,0 1 1,0 0-1,0-1 1,0 1 0,1 0-1,-1 0 1,1 0-1,-1 1 1,1-1-1,-1 2 1,1-3-140,1 0 0,0 0 0,0-1 0,0 1 0,0 0-1,-1 0 1,1 0 0,0-1 0,0 1 0,0 0 0,1 0 0,-1 0 0,0-1 0,0 1 0,0 0-1,1 0 1,-1-1 0,0 1 0,1 0 0,-1 0 0,0-1 0,1 1 0,-1 0 0,1-1 0,-1 1-1,1-1 1,-1 1 0,1-1 0,0 1 0,1 0 0,0 0-2,0 0 0,0 0-1,1 0 1,-1-1 0,1 1 0,-1-1 0,0 1-1,1-1 1,-1 0 0,5 0 0,-2-1-50,0 1 0,0-1-1,0 0 1,0 0 0,0 0 0,0 0 0,0-1 0,-1 0 0,1 0 0,7-5 0,-11 6-1,0-1 1,1 0-1,-1 1 1,0-1-1,0 0 1,0 0-1,0 0 1,-1 0 0,1 0-1,0 0 1,-1 0-1,1 0 1,-1 0-1,0 0 1,0 0-1,0-1 1,0 1-1,0 0 1,0 0 0,-1 0-1,1 0 1,0 0-1,-1 0 1,0 0-1,0 0 1,1 0-1,-1 0 1,0 0-1,0 0 1,-1 1-1,1-1 1,0 0 0,-1 1-1,1-1 1,-1 1-1,1-1 1,-1 1-1,0 0 1,1 0-1,-1 0 1,0-1-1,0 2 1,0-1-1,0 0 1,0 0 0,0 1-1,0-1 1,-4 0-1,5 1 76,0 0-1,0 0 0,0 1 0,0-1 1,0 0-1,0 0 0,0 1 1,0-1-1,0 0 0,1 1 1,-1-1-1,0 1 0,0-1 1,0 1-1,0-1 0,1 1 1,-1 0-1,0-1 0,1 1 1,-1 0-1,0 0 0,1 0 1,-1-1-1,1 1 0,-1 0 1,1 0-1,0 0 0,-1 0 1,1 0-1,0 0 0,0 0 1,-1 0-1,1 0 0,0 0 1,0 1-1,0 0-20,0-1-1,0 0 1,0 1 0,0-1 0,1 0-1,-1 1 1,0-1 0,1 0 0,-1 0-1,1 1 1,-1-1 0,1 0 0,-1 0-1,1 0 1,0 1 0,0-1 0,-1 0-1,1 0 1,0 0 0,0-1 0,0 1 0,0 0-1,0 0 1,0 0 0,1-1 0,1 2-1,1-1 19,2 2 12,1-1-1,0 1 1,0-1 0,0-1 0,0 0-1,0 0 1,0 0 0,1-1 0,-1 0-1,12-1 1,-3-2 39,31-6-349,-44 8 202,0 0-1,0-1 1,0 1-1,0 0 1,0-1-1,0 0 1,0 0-1,-1 0 1,1 0-1,-1 0 1,5-5-1,6-6-34,-11 11 100,1 0-1,-1-1 0,1 1 1,-1 0-1,0-1 1,0 0-1,0 1 0,-1-1 1,3-5-1,-6 19 100,1 0 0,0 0 0,1 13 0,0-24-94,1 1 1,-1 0-1,0-1 0,0 1 0,0-1 0,0 1 0,0 0 0,1-1 0,-1 1 0,0-1 1,0 1-1,1-1 0,-1 1 0,0-1 0,1 1 0,-1-1 0,1 0 0,-1 1 0,1-1 0,-1 1 1,1-1-1,-1 0 0,1 1 0,-1-1 0,1 0 0,-1 0 0,1 1 0,-1-1 0,2 0 1,0 0 1,0 0 1,0 1-1,0-1 1,0-1-1,1 1 1,-1 0 0,0 0-1,4-2 1,45-20 37,-43 18-30,3-2-24,1-1 1,-1 0 0,-1-1 0,17-15-1,-10 9-13,-18 15 107,0 1 0,1-1 0,-1 0 0,1 0 0,0 0 0,-1 0-1,1 1 1,0-1 0,0 0 0,0 0 0,0 0 0,0 1 0,0-1 0,0 0-1,0 0 1,0 1 0,1-1 0,-1 0 0,0 0 0,1 0 0,-1 0 0,1 1-1,-1-1 1,1 0 0,0 0 0,-1 0 0,1 0 0,0 0 0,0 0 0,1 1-1,0 0-81,0 0-1,0 1 1,0-1-1,0 0 0,1 0 1,-1-1-1,0 1 0,1 0 1,0-1-1,-1 0 1,1 1-1,0-1 0,-1 0 1,1 0-1,0-1 0,6 2 1,-4-2-6,0 0 1,1 0-1,-1-1 1,0 0-1,0 1 0,1-2 1,-1 1-1,0-1 1,0 1-1,5-4 1,-8 4-18,1-1 1,-1 1 0,0-1 0,1 0-1,-1 0 1,0 0 0,0 0 0,0 0 0,-1 0-1,1 0 1,-1 0 0,1-1 0,-1 1-1,1-1 1,-1 1 0,0-1 0,0 0 0,-1 1-1,1-1 1,0-3 0,0-1-2,5-21-66,-6 28 84,1-1 1,-1 0 0,1 1 0,-1-1 0,1 0 0,-1 1 0,1-1-1,-1 0 1,1 1 0,-1-1 0,1 1 0,0-1 0,-1 1 0,1-1-1,0 1 1,-1 0 0,1-1 0,0 1 0,0 0 0,0 0 0,-1-1-1,1 1 1,0 0 0,0 0 0,0 0 0,-1 0 0,1 0 0,0 0-1,0 0 1,1 1 0,2 0-8,0 0 1,1 0-1,-1 1 0,0 0 1,0 0-1,0 0 0,0 0 1,0 1-1,-1 0 0,5 3 1,-7-5 12,1 0 0,-1 0 0,1 1 0,-1-1 0,0 0 0,0 1 0,1 0 0,-1-1 0,0 1 1,0 0-1,0-1 0,-1 1 0,1 0 0,0 0 0,-1 0 0,1 0 0,-1-1 0,0 1 0,1 0 1,-1 0-1,0 0 0,0 0 0,0 0 0,-1 0 0,0 3 0,0-2 6,-1 0 0,1-1 1,-1 0-1,0 1 0,0-1 0,0 0 0,-1 0 1,1 0-1,0 0 0,-1 0 0,0-1 0,1 1 0,-1-1 1,0 0-1,1 1 0,-1-1 0,0-1 0,0 1 0,0 0 1,-4 0-1,2 0 8,0 0 0,1 1 0,-1-1 0,1 1 1,-1 0-1,-6 4 0,11-6-14,0 0-1,0 0 1,-1 0 0,1 0 0,0 1-1,0-1 1,0 0 0,-1 0 0,1 0 0,0 0-1,0 0 1,0 0 0,-1 0 0,1 0 0,0 0-1,0 1 1,0-1 0,0 0 0,0 0-1,-1 0 1,1 0 0,0 1 0,0-1 0,0 0-1,0 0 1,0 0 0,0 0 0,0 1-1,0-1 1,0 0 0,0 0 0,0 0 0,0 1-1,0-1 1,0 0 0,0 0 0,0 0-1,0 1 1,0-1 0,0 0 0,0 0 0,0 0-1,0 1 1,0-1 0,0 0 0,0 0-1,0 1 1,13-1 59,16-6-43,-21 4-41,0 0 0,0 0 1,0-1-1,0 0 0,0-1 1,-1 0-1,0 0 0,1 0 1,-2-1-1,1 0 0,0-1 1,-1 1-1,0-1 0,-1 0 1,1-1-1,8-12 0,-3-8-48,-11 17 59,0 9 15,-1 1 1,1 0-1,-1 0 1,1 0 0,-1 0-1,1 0 1,-1 0-1,1 0 1,-1 0-1,0 0 1,1 0-1,-1 0 1,1 0 0,-1 0-1,1 0 1,-1 1-1,1-1 1,-1 0-1,1 0 1,-1 0 0,1 1-1,0-1 1,-1 0-1,0 1 1,-1 1 55,0 0 1,0-1-1,0 1 1,0 0-1,0 0 1,0 0-1,0 1 1,1-1-1,-1 0 0,1 1 1,0-1-1,0 0 1,0 1-1,0 0 1,0-1-1,-1 5 1,2-6-35,0 0 0,-1 1 1,1-1-1,0 1 0,0-1 1,0 1-1,0-1 0,0 0 1,0 1-1,1-1 0,-1 1 1,0-1-1,1 0 0,-1 1 1,1-1-1,-1 0 1,1 1-1,-1-1 0,1 0 1,0 0-1,0 0 0,0 1 1,0-1-1,0 0 0,0 0 1,0 0-1,0-1 0,0 1 1,0 0-1,1 0 0,-1-1 1,0 1-1,2 0 0,5 0-17,0-1 0,0 0 1,1 0-1,-1-1 0,0 0 0,0 0 0,0-1 0,11-4 0,-15 6-19,-1-1 16,0 0 0,0 0-1,1-1 1,-1 1 0,0 0 0,0-1-1,0 0 1,0 0 0,-1 0 0,1 0-1,0 0 1,-1-1 0,0 1-1,1-1 1,2-4 0,-4 5-11,0 1 1,0-1 0,0 0-1,-1 0 1,1 0-1,-1 0 1,1 0 0,-1 0-1,0 0 1,0 0-1,0 0 1,0 0 0,0 0-1,0 0 1,-1 0-1,1 0 1,0 0 0,-1 0-1,0 0 1,1 0-1,-1 0 1,0 1 0,0-1-1,0 0 1,0 0-1,-3-2 1,2 2 2,0-1 1,-1 1 0,0 0-1,1-1 1,-1 1-1,0 1 1,0-1-1,0 0 1,0 1-1,-1-1 1,1 1-1,0 0 1,0 0-1,-1 0 1,1 1 0,-1-1-1,1 1 1,-7 0-1,8 0 9,0 0 1,0 0-1,0 0 1,0 1-1,0-1 0,0 1 1,1-1-1,-1 1 0,0 0 1,0 0-1,1-1 0,-1 1 1,0 0-1,1 0 1,-1 1-1,1-1 0,-1 0 1,1 1-1,0-1 0,0 0 1,-1 1-1,1 0 1,0-1-1,0 1 0,1-1 1,-1 1-1,0 0 0,0 0 1,1 0-1,-1-1 0,1 1 1,0 0-1,-1 0 1,1 0-1,0 0 0,0 2 1,0-2-6,0-1 1,0 1 0,0-1-1,0 1 1,1-1 0,-1 1-1,0-1 1,1 1 0,-1-1-1,1 1 1,-1-1 0,1 0-1,0 1 1,-1-1 0,1 0 0,0 1-1,0-1 1,0 0 0,0 0-1,0 0 1,0 0 0,0 0-1,1 0 1,-1 0 0,2 0-1,0 1-13,0-1-1,1 0 0,-1-1 0,0 1 1,1 0-1,-1-1 0,1 0 0,-1 0 0,0 0 1,7-1-1,6-2-66,1 0-1,-1-2 1,24-9-1,-34 11 81,1 0 1,0-1-1,-1 0 0,0 0 0,0-1 0,0 0 1,0 0-1,-1 0 0,0-1 0,0 1 0,6-11 0,-7 11-1,-1-1-1,0 1 0,0 0 0,0-1 0,-1 0 0,0 0 0,0 0 0,-1 0 0,1 0 0,-1 0 0,-1 0 0,1 0 0,-1 0 1,0-8-1,-6 25 207,1 1 0,0 0 0,1 0 0,0 0 0,-3 22 0,7-30-210,0 1-1,0 0 0,0-1 0,0 1 0,1 0 0,0-1 0,0 1 1,0-1-1,0 1 0,1-1 0,-1 1 0,1-1 0,0 0 1,1 0-1,-1 0 0,4 4 0,2 4-240,-6-9-162,0 0 0,1 0-1,-1 0 1,0 0-1,1 0 1,0-1 0,4 5-1,-5-7 153,0 1-1,0 0 0,0 0 0,0-1 0,0 1 1,0-1-1,0 0 0,0 0 0,0 1 1,0-1-1,0-1 0,0 1 0,0 0 0,0 0 1,0-1-1,0 1 0,2-2 0,18 0-1210,-21 2 1451,1 0 0,-1 0 0,0 0-1,0 0 1,0 0 0,1 0 0,-1 0 0,0-1 0,0 1 0,0 0 0,1-1 0,-1 1 0,0-1 0,0 1 0,0-1 0,0 1 0,0-1 0,0 0-1,0 0 1,0 1 0,0-1 0,0 0 0,-1 0 0,1 0 0,0 0 0,0 0 0,-1 0 0,1 0 0,-1 0 0,1 0 0,-1-1 0,1 1 0,-1 0-1,0 0 1,1 0 0,-1 0 0,0-1 0,0 1 0,0-2 0,1-2 314,0 0 0,0 0 0,-1-1 0,1 1 0,-1 0 0,0 0 0,-1 0 0,1 0 0,-1-1 0,0 1 0,-3-8 0,-3 10 2852,7 3-3079,0 0 0,-1-1 1,1 1-1,0 0 0,0 0 1,-1 0-1,1 0 0,0 0 0,0 0 1,-1 0-1,1 0 0,0 0 1,-1-1-1,1 1 0,0 0 1,0 0-1,0 0 0,-1-1 0,1 1 1,0 0-1,0 0 0,0 0 1,-1-1-1,1 1 0,0 0 0,0 0 1,0-1-1,0 1 0,0 0 1,0-1-1,0 1 0,0 0 0,-1 0 1,1-1-1,0 1 0,0-1 1,-1-2 1405,3 4-487,-1 1-883,0 0 0,0 0-1,1 0 1,-1 0-1,1-1 1,-1 1 0,1 0-1,0-1 1,-1 0-1,5 3 1,4 0-133,0-1 1,1 0-1,-1-1 1,1 0-1,-1-1 1,1 0-1,0 0 0,-1-1 1,1-1-1,0 1 1,0-2-1,-1 0 1,1 0-1,17-7 1,-28 9-10,1 0 0,0 0 1,0 0-1,-1 0 1,1-1-1,0 1 0,0 0 1,-1-1-1,1 1 1,0-1-1,-1 1 0,1-1 1,0 1-1,-1-1 1,1 1-1,-1-1 0,1 0 1,-1 1-1,1-1 1,-1 0-1,1 1 0,-1-1 1,0 0-1,1 0 1,-1 1-1,0-1 0,0 0 1,0 0-1,0 1 1,1-1-1,-1 0 0,0 0 1,0 0-1,0 1 0,-1-1 1,1 0-1,0 0 1,0 0-1,0 1 0,0-1 1,-1 0-1,1 0 1,0 1-1,-1-1 0,1 0 1,-1 1-1,1-1 1,-1 0-1,1 1 0,-1-1 1,0 0-1,-1-1 12,0 0 0,0 0-1,0 0 1,-1 0 0,1 0 0,0 1-1,-1-1 1,0 1 0,1 0 0,-1-1-1,0 1 1,1 0 0,-5 0 0,1 1 50,0 0 0,0 1 1,0 0-1,0 0 0,0 0 1,1 1-1,-1 0 0,0 0 1,1 0-1,0 1 0,-1-1 1,1 1-1,0 1 0,-8 6 1,10-8 27,0 0 0,1 0 1,-1 1-1,0-1 1,1 1-1,0 0 0,0 0 1,0-1-1,0 2 1,0-1-1,0 0 1,1 0-1,-1 0 0,1 1 1,0-1-1,0 1 1,0-1-1,1 1 1,-1-1-1,1 1 0,0-1 1,0 1-1,0 0 1,0-1-1,2 7 1,-1-9-50,-1 1 0,1 0 1,0 0-1,0 0 0,0-1 1,0 1-1,0-1 0,1 1 0,-1-1 1,0 1-1,1-1 0,-1 0 1,1 1-1,0-1 0,-1 0 1,1 0-1,3 1 0,34 9-209,-9-3-676,-23-5 367,-1-1 0,1 1-1,0-1 1,1-1-1,-1 1 1,0-1 0,0 0-1,12-1 1,12 3-1861,-12-2 1225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05:42:46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13 3264,'-11'-6'323,"-1"-1"1294,12 7-1558,-1 1-1,1-1 0,0 0 1,-1 0-1,1 0 1,0 0-1,-1 1 1,1-1-1,0 0 1,-1 0-1,1 1 0,0-1 1,0 0-1,-1 1 1,1-1-1,0 0 1,0 1-1,0-1 1,0 0-1,-1 1 1,1-1-1,0 0 0,0 1 1,0-1-1,0 0 1,0 1-1,0-1 1,0 1-1,0-1 1,0 0-1,0 1 0,0-1 1,0 0-1,0 1 1,0-1-1,1 1 1,1-1 813,-1 0-898,-1 0 1,1 0-1,-1 0 0,0 0 1,1 0-1,-1 0 1,1 0-1,-1 0 1,0 0-1,1 0 1,-1 0-1,1 1 0,-1-1 1,0 0-1,1 0 1,-1 0-1,0 0 1,1 1-1,-1-1 1,0 0-1,1 0 0,-1 1 1,0-1-1,1 0 1,-1 0-1,0 1 1,0-1-1,1 0 1,-1 1-1,0-1 0,0 1 1,0-1-1,1 0 1,-1 1-1,0 0 1,0 0-805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F1C0A-D3A4-4B0C-AEAE-29265631A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F815EA-5467-43A8-B1CF-C9DD16DC75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D0EC2-82BE-4DB8-91E3-65006A6E6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CE3FD-3521-4C2D-B380-10172F0FB81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971FC-1B78-4A25-938E-1D83F689D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DDC26-96C6-4A07-87EF-ED25D94A8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9CFB-6E80-4084-AD52-B7BF0BDD8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61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C8B2D-47D6-49FA-BB6C-C054E8E17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FDAE6-C8E4-4770-9903-3964D1C28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F4E02-DDAB-42B8-8372-FE403A312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CE3FD-3521-4C2D-B380-10172F0FB81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6F384-FB11-4107-99DE-A1ED27BAA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AD50C-F525-4AFC-BF1D-B16EDB8A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9CFB-6E80-4084-AD52-B7BF0BDD8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622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D0844-72F2-45E6-82AE-6AC5A878C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EDCFA7-6909-4649-AC4D-D72CD75289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2543E-A734-4184-84D0-906A1E253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CE3FD-3521-4C2D-B380-10172F0FB81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E6162-D680-49AB-ACE0-31CC1B922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3ACA2-2EA1-494A-8FFA-1DEAD9A90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9CFB-6E80-4084-AD52-B7BF0BDD8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26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BB2E3-EEC4-41DE-85BB-8715B4B60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2F75A-29DF-4E53-97C6-B603ED77DD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C30800-725D-43B8-976C-736126A01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F6C1D-A47C-4CDA-B8F9-566946812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CE3FD-3521-4C2D-B380-10172F0FB81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B0EC3-7071-4F0F-AC2C-80FF391CD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068CC-F6C8-45D5-99EE-7F06D105D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9CFB-6E80-4084-AD52-B7BF0BDD8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1994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9495A-89C4-48E0-819B-CA9EAC624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74C42-8A4D-4F13-BD48-AB0FAA9A5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4E67FC-2329-4B4B-BE06-48C76CA63F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A0B6FA-2582-4564-90AD-F953DC3B62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4F2A6F-82FA-4C61-A7DC-9326A1E046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09338E-2C01-4074-AAE0-7F6B760F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CE3FD-3521-4C2D-B380-10172F0FB81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60604F-CE57-4CC4-91DF-56581E738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24A016-7C77-42CC-895E-6A2B87332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9CFB-6E80-4084-AD52-B7BF0BDD8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791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65523-B8CC-4987-8640-7D81B3E19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B3FCFA-4077-4706-BAA3-B599D1ED5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CE3FD-3521-4C2D-B380-10172F0FB81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3ADC66-AD37-41F8-BFCF-FA85F4DAD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9E7FB4-3848-4612-8C5D-6B54E6E6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9CFB-6E80-4084-AD52-B7BF0BDD8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241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A6F9B8-CFA1-4A18-98D2-D2166E9F6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CE3FD-3521-4C2D-B380-10172F0FB81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1DBEAB-9FB5-441B-A26D-17F7D1435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60AD1-9BC7-4B4E-9D86-F774DDA95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9CFB-6E80-4084-AD52-B7BF0BDD8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348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AE32A-9345-44E2-A00E-6D8194E54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6F28F-5FFB-415E-8419-67A386330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D9CED3-BF0A-4E7F-9FE7-830DF6756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CB4149-DF02-41C9-9827-31D4B6B55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CE3FD-3521-4C2D-B380-10172F0FB81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B3A14-CE94-4FE0-8DA7-4B5C66B60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58581-D1B9-4091-B80B-DE0B23E36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9CFB-6E80-4084-AD52-B7BF0BDD8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071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17BB8-7E29-469F-9B50-CFE746E01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18653D-408C-43DD-AC92-90C82E9C5F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6CF094-700A-4889-BF60-4DBFDBCA0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2597E-0B36-4A5D-96B6-35A80447A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CE3FD-3521-4C2D-B380-10172F0FB81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8E3D74-DC26-4CE2-96AF-614154CAB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83B76-C873-43F4-BA35-EA929D56C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9CFB-6E80-4084-AD52-B7BF0BDD8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510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A325D-9339-4181-A456-B0F088DB1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8776AE-B392-4D44-90EA-A3CE3BDD1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F2596-EB8E-4E27-8DE4-EAA863E75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CE3FD-3521-4C2D-B380-10172F0FB81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E327D-2CA4-4482-A414-D88CF3359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32444-B765-46B6-AB0E-B2E8FD448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9CFB-6E80-4084-AD52-B7BF0BDD8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818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65D307-9A81-4693-A78B-B4F7914784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A87457-A044-4A2E-B955-E3B82718B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4C518-96E2-4A97-8720-401659D60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7CE3FD-3521-4C2D-B380-10172F0FB81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EE679-1C43-46B2-9AB1-B7E5830E3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39292-711E-429B-9122-A52DC1C6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C69CFB-6E80-4084-AD52-B7BF0BDD8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506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791025-E9A6-4647-8335-62E8D27C1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C5E24-4F97-460E-BC7C-E1CF1D7A3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04625-4A1E-4A6C-A5F3-BB92155262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CE3FD-3521-4C2D-B380-10172F0FB81A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CF094-3847-43D4-8E12-F9F1552317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BB2B9-F428-42B0-9998-2ACAD51427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C69CFB-6E80-4084-AD52-B7BF0BDD88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809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0.xml"/><Relationship Id="rId299" Type="http://schemas.openxmlformats.org/officeDocument/2006/relationships/image" Target="../media/image146.png"/><Relationship Id="rId21" Type="http://schemas.openxmlformats.org/officeDocument/2006/relationships/image" Target="../media/image10.png"/><Relationship Id="rId63" Type="http://schemas.openxmlformats.org/officeDocument/2006/relationships/image" Target="../media/image31.png"/><Relationship Id="rId159" Type="http://schemas.openxmlformats.org/officeDocument/2006/relationships/image" Target="../media/image77.png"/><Relationship Id="rId170" Type="http://schemas.openxmlformats.org/officeDocument/2006/relationships/customXml" Target="../ink/ink87.xml"/><Relationship Id="rId226" Type="http://schemas.openxmlformats.org/officeDocument/2006/relationships/customXml" Target="../ink/ink115.xml"/><Relationship Id="rId268" Type="http://schemas.openxmlformats.org/officeDocument/2006/relationships/image" Target="../media/image131.png"/><Relationship Id="rId32" Type="http://schemas.openxmlformats.org/officeDocument/2006/relationships/customXml" Target="../ink/ink16.xml"/><Relationship Id="rId74" Type="http://schemas.openxmlformats.org/officeDocument/2006/relationships/customXml" Target="../ink/ink37.xml"/><Relationship Id="rId128" Type="http://schemas.openxmlformats.org/officeDocument/2006/relationships/image" Target="../media/image62.png"/><Relationship Id="rId5" Type="http://schemas.openxmlformats.org/officeDocument/2006/relationships/image" Target="../media/image2.png"/><Relationship Id="rId181" Type="http://schemas.openxmlformats.org/officeDocument/2006/relationships/image" Target="../media/image88.png"/><Relationship Id="rId237" Type="http://schemas.openxmlformats.org/officeDocument/2006/relationships/image" Target="../media/image116.png"/><Relationship Id="rId279" Type="http://schemas.openxmlformats.org/officeDocument/2006/relationships/customXml" Target="../ink/ink141.xml"/><Relationship Id="rId43" Type="http://schemas.openxmlformats.org/officeDocument/2006/relationships/image" Target="../media/image21.png"/><Relationship Id="rId139" Type="http://schemas.openxmlformats.org/officeDocument/2006/relationships/image" Target="../media/image67.png"/><Relationship Id="rId290" Type="http://schemas.openxmlformats.org/officeDocument/2006/relationships/customXml" Target="../ink/ink147.xml"/><Relationship Id="rId85" Type="http://schemas.openxmlformats.org/officeDocument/2006/relationships/customXml" Target="../ink/ink43.xml"/><Relationship Id="rId150" Type="http://schemas.openxmlformats.org/officeDocument/2006/relationships/customXml" Target="../ink/ink77.xml"/><Relationship Id="rId192" Type="http://schemas.openxmlformats.org/officeDocument/2006/relationships/customXml" Target="../ink/ink98.xml"/><Relationship Id="rId206" Type="http://schemas.openxmlformats.org/officeDocument/2006/relationships/customXml" Target="../ink/ink105.xml"/><Relationship Id="rId248" Type="http://schemas.openxmlformats.org/officeDocument/2006/relationships/customXml" Target="../ink/ink126.xml"/><Relationship Id="rId12" Type="http://schemas.openxmlformats.org/officeDocument/2006/relationships/customXml" Target="../ink/ink6.xml"/><Relationship Id="rId108" Type="http://schemas.openxmlformats.org/officeDocument/2006/relationships/image" Target="../media/image52.png"/><Relationship Id="rId54" Type="http://schemas.openxmlformats.org/officeDocument/2006/relationships/customXml" Target="../ink/ink27.xml"/><Relationship Id="rId96" Type="http://schemas.openxmlformats.org/officeDocument/2006/relationships/image" Target="../media/image46.png"/><Relationship Id="rId161" Type="http://schemas.openxmlformats.org/officeDocument/2006/relationships/image" Target="../media/image78.png"/><Relationship Id="rId217" Type="http://schemas.openxmlformats.org/officeDocument/2006/relationships/image" Target="../media/image106.png"/><Relationship Id="rId6" Type="http://schemas.openxmlformats.org/officeDocument/2006/relationships/customXml" Target="../ink/ink3.xml"/><Relationship Id="rId238" Type="http://schemas.openxmlformats.org/officeDocument/2006/relationships/customXml" Target="../ink/ink121.xml"/><Relationship Id="rId259" Type="http://schemas.openxmlformats.org/officeDocument/2006/relationships/customXml" Target="../ink/ink131.xml"/><Relationship Id="rId23" Type="http://schemas.openxmlformats.org/officeDocument/2006/relationships/image" Target="../media/image11.png"/><Relationship Id="rId119" Type="http://schemas.openxmlformats.org/officeDocument/2006/relationships/customXml" Target="../ink/ink61.xml"/><Relationship Id="rId270" Type="http://schemas.openxmlformats.org/officeDocument/2006/relationships/image" Target="../media/image132.png"/><Relationship Id="rId291" Type="http://schemas.openxmlformats.org/officeDocument/2006/relationships/image" Target="../media/image142.png"/><Relationship Id="rId44" Type="http://schemas.openxmlformats.org/officeDocument/2006/relationships/customXml" Target="../ink/ink22.xml"/><Relationship Id="rId65" Type="http://schemas.openxmlformats.org/officeDocument/2006/relationships/image" Target="../media/image32.png"/><Relationship Id="rId86" Type="http://schemas.openxmlformats.org/officeDocument/2006/relationships/image" Target="../media/image42.png"/><Relationship Id="rId130" Type="http://schemas.openxmlformats.org/officeDocument/2006/relationships/image" Target="../media/image63.png"/><Relationship Id="rId151" Type="http://schemas.openxmlformats.org/officeDocument/2006/relationships/image" Target="../media/image73.png"/><Relationship Id="rId172" Type="http://schemas.openxmlformats.org/officeDocument/2006/relationships/customXml" Target="../ink/ink88.xml"/><Relationship Id="rId193" Type="http://schemas.openxmlformats.org/officeDocument/2006/relationships/image" Target="../media/image94.png"/><Relationship Id="rId207" Type="http://schemas.openxmlformats.org/officeDocument/2006/relationships/image" Target="../media/image101.png"/><Relationship Id="rId228" Type="http://schemas.openxmlformats.org/officeDocument/2006/relationships/customXml" Target="../ink/ink116.xml"/><Relationship Id="rId249" Type="http://schemas.openxmlformats.org/officeDocument/2006/relationships/image" Target="../media/image122.png"/><Relationship Id="rId13" Type="http://schemas.openxmlformats.org/officeDocument/2006/relationships/image" Target="../media/image6.png"/><Relationship Id="rId109" Type="http://schemas.openxmlformats.org/officeDocument/2006/relationships/customXml" Target="../ink/ink56.xml"/><Relationship Id="rId260" Type="http://schemas.openxmlformats.org/officeDocument/2006/relationships/image" Target="../media/image127.png"/><Relationship Id="rId281" Type="http://schemas.openxmlformats.org/officeDocument/2006/relationships/image" Target="../media/image137.png"/><Relationship Id="rId34" Type="http://schemas.openxmlformats.org/officeDocument/2006/relationships/customXml" Target="../ink/ink17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customXml" Target="../ink/ink50.xml"/><Relationship Id="rId120" Type="http://schemas.openxmlformats.org/officeDocument/2006/relationships/image" Target="../media/image58.png"/><Relationship Id="rId141" Type="http://schemas.openxmlformats.org/officeDocument/2006/relationships/image" Target="../media/image68.png"/><Relationship Id="rId7" Type="http://schemas.openxmlformats.org/officeDocument/2006/relationships/image" Target="../media/image3.png"/><Relationship Id="rId162" Type="http://schemas.openxmlformats.org/officeDocument/2006/relationships/customXml" Target="../ink/ink83.xml"/><Relationship Id="rId183" Type="http://schemas.openxmlformats.org/officeDocument/2006/relationships/image" Target="../media/image89.png"/><Relationship Id="rId218" Type="http://schemas.openxmlformats.org/officeDocument/2006/relationships/customXml" Target="../ink/ink111.xml"/><Relationship Id="rId239" Type="http://schemas.openxmlformats.org/officeDocument/2006/relationships/image" Target="../media/image117.png"/><Relationship Id="rId250" Type="http://schemas.openxmlformats.org/officeDocument/2006/relationships/customXml" Target="../ink/ink127.xml"/><Relationship Id="rId271" Type="http://schemas.openxmlformats.org/officeDocument/2006/relationships/customXml" Target="../ink/ink137.xml"/><Relationship Id="rId292" Type="http://schemas.openxmlformats.org/officeDocument/2006/relationships/customXml" Target="../ink/ink148.xml"/><Relationship Id="rId24" Type="http://schemas.openxmlformats.org/officeDocument/2006/relationships/customXml" Target="../ink/ink12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customXml" Target="../ink/ink44.xml"/><Relationship Id="rId110" Type="http://schemas.openxmlformats.org/officeDocument/2006/relationships/image" Target="../media/image53.png"/><Relationship Id="rId131" Type="http://schemas.openxmlformats.org/officeDocument/2006/relationships/customXml" Target="../ink/ink67.xml"/><Relationship Id="rId152" Type="http://schemas.openxmlformats.org/officeDocument/2006/relationships/customXml" Target="../ink/ink78.xml"/><Relationship Id="rId173" Type="http://schemas.openxmlformats.org/officeDocument/2006/relationships/image" Target="../media/image84.png"/><Relationship Id="rId194" Type="http://schemas.openxmlformats.org/officeDocument/2006/relationships/customXml" Target="../ink/ink99.xml"/><Relationship Id="rId208" Type="http://schemas.openxmlformats.org/officeDocument/2006/relationships/customXml" Target="../ink/ink106.xml"/><Relationship Id="rId229" Type="http://schemas.openxmlformats.org/officeDocument/2006/relationships/image" Target="../media/image112.png"/><Relationship Id="rId240" Type="http://schemas.openxmlformats.org/officeDocument/2006/relationships/customXml" Target="../ink/ink122.xml"/><Relationship Id="rId261" Type="http://schemas.openxmlformats.org/officeDocument/2006/relationships/customXml" Target="../ink/ink132.xml"/><Relationship Id="rId14" Type="http://schemas.openxmlformats.org/officeDocument/2006/relationships/customXml" Target="../ink/ink7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image" Target="../media/image48.png"/><Relationship Id="rId282" Type="http://schemas.openxmlformats.org/officeDocument/2006/relationships/customXml" Target="../ink/ink143.xml"/><Relationship Id="rId8" Type="http://schemas.openxmlformats.org/officeDocument/2006/relationships/customXml" Target="../ink/ink4.xml"/><Relationship Id="rId98" Type="http://schemas.openxmlformats.org/officeDocument/2006/relationships/image" Target="../media/image47.png"/><Relationship Id="rId121" Type="http://schemas.openxmlformats.org/officeDocument/2006/relationships/customXml" Target="../ink/ink62.xml"/><Relationship Id="rId142" Type="http://schemas.openxmlformats.org/officeDocument/2006/relationships/customXml" Target="../ink/ink73.xml"/><Relationship Id="rId163" Type="http://schemas.openxmlformats.org/officeDocument/2006/relationships/image" Target="../media/image79.png"/><Relationship Id="rId184" Type="http://schemas.openxmlformats.org/officeDocument/2006/relationships/customXml" Target="../ink/ink94.xml"/><Relationship Id="rId219" Type="http://schemas.openxmlformats.org/officeDocument/2006/relationships/image" Target="../media/image107.png"/><Relationship Id="rId230" Type="http://schemas.openxmlformats.org/officeDocument/2006/relationships/customXml" Target="../ink/ink117.xml"/><Relationship Id="rId251" Type="http://schemas.openxmlformats.org/officeDocument/2006/relationships/image" Target="../media/image123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272" Type="http://schemas.openxmlformats.org/officeDocument/2006/relationships/image" Target="../media/image133.png"/><Relationship Id="rId293" Type="http://schemas.openxmlformats.org/officeDocument/2006/relationships/image" Target="../media/image143.png"/><Relationship Id="rId88" Type="http://schemas.openxmlformats.org/officeDocument/2006/relationships/image" Target="../media/image43.png"/><Relationship Id="rId111" Type="http://schemas.openxmlformats.org/officeDocument/2006/relationships/customXml" Target="../ink/ink57.xml"/><Relationship Id="rId132" Type="http://schemas.openxmlformats.org/officeDocument/2006/relationships/image" Target="../media/image64.png"/><Relationship Id="rId153" Type="http://schemas.openxmlformats.org/officeDocument/2006/relationships/image" Target="../media/image74.png"/><Relationship Id="rId174" Type="http://schemas.openxmlformats.org/officeDocument/2006/relationships/customXml" Target="../ink/ink89.xml"/><Relationship Id="rId195" Type="http://schemas.openxmlformats.org/officeDocument/2006/relationships/image" Target="../media/image95.png"/><Relationship Id="rId209" Type="http://schemas.openxmlformats.org/officeDocument/2006/relationships/image" Target="../media/image102.png"/><Relationship Id="rId220" Type="http://schemas.openxmlformats.org/officeDocument/2006/relationships/customXml" Target="../ink/ink112.xml"/><Relationship Id="rId241" Type="http://schemas.openxmlformats.org/officeDocument/2006/relationships/image" Target="../media/image118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262" Type="http://schemas.openxmlformats.org/officeDocument/2006/relationships/image" Target="../media/image128.png"/><Relationship Id="rId283" Type="http://schemas.openxmlformats.org/officeDocument/2006/relationships/image" Target="../media/image138.png"/><Relationship Id="rId78" Type="http://schemas.openxmlformats.org/officeDocument/2006/relationships/customXml" Target="../ink/ink39.xml"/><Relationship Id="rId99" Type="http://schemas.openxmlformats.org/officeDocument/2006/relationships/customXml" Target="../ink/ink51.xml"/><Relationship Id="rId101" Type="http://schemas.openxmlformats.org/officeDocument/2006/relationships/customXml" Target="../ink/ink52.xml"/><Relationship Id="rId122" Type="http://schemas.openxmlformats.org/officeDocument/2006/relationships/image" Target="../media/image59.png"/><Relationship Id="rId143" Type="http://schemas.openxmlformats.org/officeDocument/2006/relationships/image" Target="../media/image69.png"/><Relationship Id="rId164" Type="http://schemas.openxmlformats.org/officeDocument/2006/relationships/customXml" Target="../ink/ink84.xml"/><Relationship Id="rId185" Type="http://schemas.openxmlformats.org/officeDocument/2006/relationships/image" Target="../media/image90.png"/><Relationship Id="rId9" Type="http://schemas.openxmlformats.org/officeDocument/2006/relationships/image" Target="../media/image4.png"/><Relationship Id="rId210" Type="http://schemas.openxmlformats.org/officeDocument/2006/relationships/customXml" Target="../ink/ink107.xml"/><Relationship Id="rId26" Type="http://schemas.openxmlformats.org/officeDocument/2006/relationships/customXml" Target="../ink/ink13.xml"/><Relationship Id="rId231" Type="http://schemas.openxmlformats.org/officeDocument/2006/relationships/image" Target="../media/image113.png"/><Relationship Id="rId252" Type="http://schemas.openxmlformats.org/officeDocument/2006/relationships/customXml" Target="../ink/ink128.xml"/><Relationship Id="rId273" Type="http://schemas.openxmlformats.org/officeDocument/2006/relationships/customXml" Target="../ink/ink138.xml"/><Relationship Id="rId294" Type="http://schemas.openxmlformats.org/officeDocument/2006/relationships/customXml" Target="../ink/ink149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customXml" Target="../ink/ink45.xml"/><Relationship Id="rId112" Type="http://schemas.openxmlformats.org/officeDocument/2006/relationships/image" Target="../media/image54.png"/><Relationship Id="rId133" Type="http://schemas.openxmlformats.org/officeDocument/2006/relationships/customXml" Target="../ink/ink68.xml"/><Relationship Id="rId154" Type="http://schemas.openxmlformats.org/officeDocument/2006/relationships/customXml" Target="../ink/ink79.xml"/><Relationship Id="rId175" Type="http://schemas.openxmlformats.org/officeDocument/2006/relationships/image" Target="../media/image85.png"/><Relationship Id="rId196" Type="http://schemas.openxmlformats.org/officeDocument/2006/relationships/customXml" Target="../ink/ink100.xml"/><Relationship Id="rId200" Type="http://schemas.openxmlformats.org/officeDocument/2006/relationships/customXml" Target="../ink/ink102.xml"/><Relationship Id="rId16" Type="http://schemas.openxmlformats.org/officeDocument/2006/relationships/customXml" Target="../ink/ink8.xml"/><Relationship Id="rId221" Type="http://schemas.openxmlformats.org/officeDocument/2006/relationships/image" Target="../media/image108.png"/><Relationship Id="rId242" Type="http://schemas.openxmlformats.org/officeDocument/2006/relationships/customXml" Target="../ink/ink123.xml"/><Relationship Id="rId263" Type="http://schemas.openxmlformats.org/officeDocument/2006/relationships/customXml" Target="../ink/ink133.xml"/><Relationship Id="rId284" Type="http://schemas.openxmlformats.org/officeDocument/2006/relationships/customXml" Target="../ink/ink144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image" Target="../media/image49.png"/><Relationship Id="rId123" Type="http://schemas.openxmlformats.org/officeDocument/2006/relationships/customXml" Target="../ink/ink63.xml"/><Relationship Id="rId144" Type="http://schemas.openxmlformats.org/officeDocument/2006/relationships/customXml" Target="../ink/ink74.xml"/><Relationship Id="rId90" Type="http://schemas.openxmlformats.org/officeDocument/2006/relationships/image" Target="../media/image44.png"/><Relationship Id="rId165" Type="http://schemas.openxmlformats.org/officeDocument/2006/relationships/image" Target="../media/image80.png"/><Relationship Id="rId186" Type="http://schemas.openxmlformats.org/officeDocument/2006/relationships/customXml" Target="../ink/ink95.xml"/><Relationship Id="rId211" Type="http://schemas.openxmlformats.org/officeDocument/2006/relationships/image" Target="../media/image103.png"/><Relationship Id="rId232" Type="http://schemas.openxmlformats.org/officeDocument/2006/relationships/customXml" Target="../ink/ink118.xml"/><Relationship Id="rId253" Type="http://schemas.openxmlformats.org/officeDocument/2006/relationships/image" Target="../media/image124.png"/><Relationship Id="rId274" Type="http://schemas.openxmlformats.org/officeDocument/2006/relationships/image" Target="../media/image134.png"/><Relationship Id="rId295" Type="http://schemas.openxmlformats.org/officeDocument/2006/relationships/image" Target="../media/image144.png"/><Relationship Id="rId27" Type="http://schemas.openxmlformats.org/officeDocument/2006/relationships/image" Target="../media/image13.png"/><Relationship Id="rId48" Type="http://schemas.openxmlformats.org/officeDocument/2006/relationships/customXml" Target="../ink/ink24.xml"/><Relationship Id="rId69" Type="http://schemas.openxmlformats.org/officeDocument/2006/relationships/image" Target="../media/image34.png"/><Relationship Id="rId113" Type="http://schemas.openxmlformats.org/officeDocument/2006/relationships/customXml" Target="../ink/ink58.xml"/><Relationship Id="rId134" Type="http://schemas.openxmlformats.org/officeDocument/2006/relationships/image" Target="../media/image65.png"/><Relationship Id="rId80" Type="http://schemas.openxmlformats.org/officeDocument/2006/relationships/customXml" Target="../ink/ink40.xml"/><Relationship Id="rId155" Type="http://schemas.openxmlformats.org/officeDocument/2006/relationships/image" Target="../media/image75.png"/><Relationship Id="rId176" Type="http://schemas.openxmlformats.org/officeDocument/2006/relationships/customXml" Target="../ink/ink90.xml"/><Relationship Id="rId197" Type="http://schemas.openxmlformats.org/officeDocument/2006/relationships/image" Target="../media/image96.png"/><Relationship Id="rId201" Type="http://schemas.openxmlformats.org/officeDocument/2006/relationships/image" Target="../media/image98.png"/><Relationship Id="rId222" Type="http://schemas.openxmlformats.org/officeDocument/2006/relationships/customXml" Target="../ink/ink113.xml"/><Relationship Id="rId243" Type="http://schemas.openxmlformats.org/officeDocument/2006/relationships/image" Target="../media/image119.png"/><Relationship Id="rId264" Type="http://schemas.openxmlformats.org/officeDocument/2006/relationships/image" Target="../media/image129.png"/><Relationship Id="rId285" Type="http://schemas.openxmlformats.org/officeDocument/2006/relationships/image" Target="../media/image139.png"/><Relationship Id="rId17" Type="http://schemas.openxmlformats.org/officeDocument/2006/relationships/image" Target="../media/image8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customXml" Target="../ink/ink53.xml"/><Relationship Id="rId124" Type="http://schemas.openxmlformats.org/officeDocument/2006/relationships/image" Target="../media/image60.png"/><Relationship Id="rId70" Type="http://schemas.openxmlformats.org/officeDocument/2006/relationships/customXml" Target="../ink/ink35.xml"/><Relationship Id="rId91" Type="http://schemas.openxmlformats.org/officeDocument/2006/relationships/customXml" Target="../ink/ink46.xml"/><Relationship Id="rId145" Type="http://schemas.openxmlformats.org/officeDocument/2006/relationships/image" Target="../media/image70.png"/><Relationship Id="rId166" Type="http://schemas.openxmlformats.org/officeDocument/2006/relationships/customXml" Target="../ink/ink85.xml"/><Relationship Id="rId187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8.xml"/><Relationship Id="rId233" Type="http://schemas.openxmlformats.org/officeDocument/2006/relationships/image" Target="../media/image114.png"/><Relationship Id="rId254" Type="http://schemas.openxmlformats.org/officeDocument/2006/relationships/image" Target="../media/image125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image" Target="../media/image55.png"/><Relationship Id="rId275" Type="http://schemas.openxmlformats.org/officeDocument/2006/relationships/customXml" Target="../ink/ink139.xml"/><Relationship Id="rId296" Type="http://schemas.openxmlformats.org/officeDocument/2006/relationships/customXml" Target="../ink/ink150.xml"/><Relationship Id="rId300" Type="http://schemas.openxmlformats.org/officeDocument/2006/relationships/customXml" Target="../ink/ink152.xml"/><Relationship Id="rId60" Type="http://schemas.openxmlformats.org/officeDocument/2006/relationships/customXml" Target="../ink/ink30.xml"/><Relationship Id="rId81" Type="http://schemas.openxmlformats.org/officeDocument/2006/relationships/customXml" Target="../ink/ink41.xml"/><Relationship Id="rId135" Type="http://schemas.openxmlformats.org/officeDocument/2006/relationships/customXml" Target="../ink/ink69.xml"/><Relationship Id="rId156" Type="http://schemas.openxmlformats.org/officeDocument/2006/relationships/customXml" Target="../ink/ink80.xml"/><Relationship Id="rId177" Type="http://schemas.openxmlformats.org/officeDocument/2006/relationships/image" Target="../media/image86.png"/><Relationship Id="rId198" Type="http://schemas.openxmlformats.org/officeDocument/2006/relationships/customXml" Target="../ink/ink101.xml"/><Relationship Id="rId202" Type="http://schemas.openxmlformats.org/officeDocument/2006/relationships/customXml" Target="../ink/ink103.xml"/><Relationship Id="rId223" Type="http://schemas.openxmlformats.org/officeDocument/2006/relationships/image" Target="../media/image109.png"/><Relationship Id="rId244" Type="http://schemas.openxmlformats.org/officeDocument/2006/relationships/customXml" Target="../ink/ink124.xml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265" Type="http://schemas.openxmlformats.org/officeDocument/2006/relationships/customXml" Target="../ink/ink134.xml"/><Relationship Id="rId286" Type="http://schemas.openxmlformats.org/officeDocument/2006/relationships/customXml" Target="../ink/ink145.xml"/><Relationship Id="rId50" Type="http://schemas.openxmlformats.org/officeDocument/2006/relationships/customXml" Target="../ink/ink25.xml"/><Relationship Id="rId104" Type="http://schemas.openxmlformats.org/officeDocument/2006/relationships/image" Target="../media/image50.png"/><Relationship Id="rId125" Type="http://schemas.openxmlformats.org/officeDocument/2006/relationships/customXml" Target="../ink/ink64.xml"/><Relationship Id="rId146" Type="http://schemas.openxmlformats.org/officeDocument/2006/relationships/customXml" Target="../ink/ink75.xml"/><Relationship Id="rId167" Type="http://schemas.openxmlformats.org/officeDocument/2006/relationships/image" Target="../media/image81.png"/><Relationship Id="rId188" Type="http://schemas.openxmlformats.org/officeDocument/2006/relationships/customXml" Target="../ink/ink96.xml"/><Relationship Id="rId71" Type="http://schemas.openxmlformats.org/officeDocument/2006/relationships/image" Target="../media/image35.png"/><Relationship Id="rId92" Type="http://schemas.openxmlformats.org/officeDocument/2006/relationships/customXml" Target="../ink/ink47.xml"/><Relationship Id="rId213" Type="http://schemas.openxmlformats.org/officeDocument/2006/relationships/image" Target="../media/image104.png"/><Relationship Id="rId234" Type="http://schemas.openxmlformats.org/officeDocument/2006/relationships/customXml" Target="../ink/ink119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55" Type="http://schemas.microsoft.com/office/2007/relationships/hdphoto" Target="../media/hdphoto1.wdp"/><Relationship Id="rId276" Type="http://schemas.openxmlformats.org/officeDocument/2006/relationships/image" Target="../media/image135.png"/><Relationship Id="rId297" Type="http://schemas.openxmlformats.org/officeDocument/2006/relationships/image" Target="../media/image145.png"/><Relationship Id="rId40" Type="http://schemas.openxmlformats.org/officeDocument/2006/relationships/customXml" Target="../ink/ink20.xml"/><Relationship Id="rId115" Type="http://schemas.openxmlformats.org/officeDocument/2006/relationships/customXml" Target="../ink/ink59.xml"/><Relationship Id="rId136" Type="http://schemas.openxmlformats.org/officeDocument/2006/relationships/image" Target="../media/image66.png"/><Relationship Id="rId157" Type="http://schemas.openxmlformats.org/officeDocument/2006/relationships/image" Target="../media/image76.png"/><Relationship Id="rId178" Type="http://schemas.openxmlformats.org/officeDocument/2006/relationships/customXml" Target="../ink/ink91.xml"/><Relationship Id="rId301" Type="http://schemas.openxmlformats.org/officeDocument/2006/relationships/image" Target="../media/image147.png"/><Relationship Id="rId61" Type="http://schemas.openxmlformats.org/officeDocument/2006/relationships/image" Target="../media/image30.png"/><Relationship Id="rId82" Type="http://schemas.openxmlformats.org/officeDocument/2006/relationships/image" Target="../media/image40.png"/><Relationship Id="rId199" Type="http://schemas.openxmlformats.org/officeDocument/2006/relationships/image" Target="../media/image97.png"/><Relationship Id="rId203" Type="http://schemas.openxmlformats.org/officeDocument/2006/relationships/image" Target="../media/image99.png"/><Relationship Id="rId19" Type="http://schemas.openxmlformats.org/officeDocument/2006/relationships/image" Target="../media/image9.png"/><Relationship Id="rId224" Type="http://schemas.openxmlformats.org/officeDocument/2006/relationships/customXml" Target="../ink/ink114.xml"/><Relationship Id="rId245" Type="http://schemas.openxmlformats.org/officeDocument/2006/relationships/image" Target="../media/image120.png"/><Relationship Id="rId266" Type="http://schemas.openxmlformats.org/officeDocument/2006/relationships/image" Target="../media/image130.png"/><Relationship Id="rId287" Type="http://schemas.openxmlformats.org/officeDocument/2006/relationships/image" Target="../media/image140.png"/><Relationship Id="rId30" Type="http://schemas.openxmlformats.org/officeDocument/2006/relationships/customXml" Target="../ink/ink15.xml"/><Relationship Id="rId105" Type="http://schemas.openxmlformats.org/officeDocument/2006/relationships/customXml" Target="../ink/ink54.xml"/><Relationship Id="rId126" Type="http://schemas.openxmlformats.org/officeDocument/2006/relationships/image" Target="../media/image61.png"/><Relationship Id="rId147" Type="http://schemas.openxmlformats.org/officeDocument/2006/relationships/image" Target="../media/image71.png"/><Relationship Id="rId168" Type="http://schemas.openxmlformats.org/officeDocument/2006/relationships/customXml" Target="../ink/ink86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5.png"/><Relationship Id="rId189" Type="http://schemas.openxmlformats.org/officeDocument/2006/relationships/image" Target="../media/image92.png"/><Relationship Id="rId3" Type="http://schemas.openxmlformats.org/officeDocument/2006/relationships/image" Target="../media/image1.png"/><Relationship Id="rId214" Type="http://schemas.openxmlformats.org/officeDocument/2006/relationships/customXml" Target="../ink/ink109.xml"/><Relationship Id="rId235" Type="http://schemas.openxmlformats.org/officeDocument/2006/relationships/image" Target="../media/image115.png"/><Relationship Id="rId256" Type="http://schemas.openxmlformats.org/officeDocument/2006/relationships/customXml" Target="../ink/ink129.xml"/><Relationship Id="rId277" Type="http://schemas.openxmlformats.org/officeDocument/2006/relationships/customXml" Target="../ink/ink140.xml"/><Relationship Id="rId298" Type="http://schemas.openxmlformats.org/officeDocument/2006/relationships/customXml" Target="../ink/ink151.xml"/><Relationship Id="rId116" Type="http://schemas.openxmlformats.org/officeDocument/2006/relationships/image" Target="../media/image56.png"/><Relationship Id="rId137" Type="http://schemas.openxmlformats.org/officeDocument/2006/relationships/customXml" Target="../ink/ink70.xml"/><Relationship Id="rId158" Type="http://schemas.openxmlformats.org/officeDocument/2006/relationships/customXml" Target="../ink/ink81.xml"/><Relationship Id="rId302" Type="http://schemas.openxmlformats.org/officeDocument/2006/relationships/customXml" Target="../ink/ink153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customXml" Target="../ink/ink42.xml"/><Relationship Id="rId179" Type="http://schemas.openxmlformats.org/officeDocument/2006/relationships/image" Target="../media/image87.png"/><Relationship Id="rId190" Type="http://schemas.openxmlformats.org/officeDocument/2006/relationships/customXml" Target="../ink/ink97.xml"/><Relationship Id="rId204" Type="http://schemas.openxmlformats.org/officeDocument/2006/relationships/customXml" Target="../ink/ink104.xml"/><Relationship Id="rId225" Type="http://schemas.openxmlformats.org/officeDocument/2006/relationships/image" Target="../media/image110.png"/><Relationship Id="rId246" Type="http://schemas.openxmlformats.org/officeDocument/2006/relationships/customXml" Target="../ink/ink125.xml"/><Relationship Id="rId267" Type="http://schemas.openxmlformats.org/officeDocument/2006/relationships/customXml" Target="../ink/ink135.xml"/><Relationship Id="rId288" Type="http://schemas.openxmlformats.org/officeDocument/2006/relationships/customXml" Target="../ink/ink146.xml"/><Relationship Id="rId106" Type="http://schemas.openxmlformats.org/officeDocument/2006/relationships/image" Target="../media/image51.png"/><Relationship Id="rId127" Type="http://schemas.openxmlformats.org/officeDocument/2006/relationships/customXml" Target="../ink/ink65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94" Type="http://schemas.openxmlformats.org/officeDocument/2006/relationships/customXml" Target="../ink/ink48.xml"/><Relationship Id="rId148" Type="http://schemas.openxmlformats.org/officeDocument/2006/relationships/customXml" Target="../ink/ink76.xml"/><Relationship Id="rId169" Type="http://schemas.openxmlformats.org/officeDocument/2006/relationships/image" Target="../media/image82.png"/><Relationship Id="rId4" Type="http://schemas.openxmlformats.org/officeDocument/2006/relationships/customXml" Target="../ink/ink2.xml"/><Relationship Id="rId180" Type="http://schemas.openxmlformats.org/officeDocument/2006/relationships/customXml" Target="../ink/ink92.xml"/><Relationship Id="rId215" Type="http://schemas.openxmlformats.org/officeDocument/2006/relationships/image" Target="../media/image105.png"/><Relationship Id="rId236" Type="http://schemas.openxmlformats.org/officeDocument/2006/relationships/customXml" Target="../ink/ink120.xml"/><Relationship Id="rId257" Type="http://schemas.openxmlformats.org/officeDocument/2006/relationships/customXml" Target="../ink/ink130.xml"/><Relationship Id="rId278" Type="http://schemas.openxmlformats.org/officeDocument/2006/relationships/image" Target="../media/image136.png"/><Relationship Id="rId303" Type="http://schemas.openxmlformats.org/officeDocument/2006/relationships/image" Target="../media/image148.png"/><Relationship Id="rId42" Type="http://schemas.openxmlformats.org/officeDocument/2006/relationships/customXml" Target="../ink/ink21.xml"/><Relationship Id="rId84" Type="http://schemas.openxmlformats.org/officeDocument/2006/relationships/image" Target="../media/image41.png"/><Relationship Id="rId138" Type="http://schemas.openxmlformats.org/officeDocument/2006/relationships/customXml" Target="../ink/ink71.xml"/><Relationship Id="rId191" Type="http://schemas.openxmlformats.org/officeDocument/2006/relationships/image" Target="../media/image93.png"/><Relationship Id="rId205" Type="http://schemas.openxmlformats.org/officeDocument/2006/relationships/image" Target="../media/image100.png"/><Relationship Id="rId247" Type="http://schemas.openxmlformats.org/officeDocument/2006/relationships/image" Target="../media/image121.png"/><Relationship Id="rId107" Type="http://schemas.openxmlformats.org/officeDocument/2006/relationships/customXml" Target="../ink/ink55.xml"/><Relationship Id="rId289" Type="http://schemas.openxmlformats.org/officeDocument/2006/relationships/image" Target="../media/image141.png"/><Relationship Id="rId11" Type="http://schemas.openxmlformats.org/officeDocument/2006/relationships/image" Target="../media/image5.png"/><Relationship Id="rId53" Type="http://schemas.openxmlformats.org/officeDocument/2006/relationships/image" Target="../media/image26.png"/><Relationship Id="rId149" Type="http://schemas.openxmlformats.org/officeDocument/2006/relationships/image" Target="../media/image72.png"/><Relationship Id="rId95" Type="http://schemas.openxmlformats.org/officeDocument/2006/relationships/customXml" Target="../ink/ink49.xml"/><Relationship Id="rId160" Type="http://schemas.openxmlformats.org/officeDocument/2006/relationships/customXml" Target="../ink/ink82.xml"/><Relationship Id="rId216" Type="http://schemas.openxmlformats.org/officeDocument/2006/relationships/customXml" Target="../ink/ink110.xml"/><Relationship Id="rId258" Type="http://schemas.openxmlformats.org/officeDocument/2006/relationships/image" Target="../media/image126.png"/><Relationship Id="rId22" Type="http://schemas.openxmlformats.org/officeDocument/2006/relationships/customXml" Target="../ink/ink11.xml"/><Relationship Id="rId64" Type="http://schemas.openxmlformats.org/officeDocument/2006/relationships/customXml" Target="../ink/ink32.xml"/><Relationship Id="rId118" Type="http://schemas.openxmlformats.org/officeDocument/2006/relationships/image" Target="../media/image57.png"/><Relationship Id="rId171" Type="http://schemas.openxmlformats.org/officeDocument/2006/relationships/image" Target="../media/image83.png"/><Relationship Id="rId227" Type="http://schemas.openxmlformats.org/officeDocument/2006/relationships/image" Target="../media/image111.png"/><Relationship Id="rId269" Type="http://schemas.openxmlformats.org/officeDocument/2006/relationships/customXml" Target="../ink/ink136.xml"/><Relationship Id="rId33" Type="http://schemas.openxmlformats.org/officeDocument/2006/relationships/image" Target="../media/image16.png"/><Relationship Id="rId129" Type="http://schemas.openxmlformats.org/officeDocument/2006/relationships/customXml" Target="../ink/ink66.xml"/><Relationship Id="rId280" Type="http://schemas.openxmlformats.org/officeDocument/2006/relationships/customXml" Target="../ink/ink142.xml"/><Relationship Id="rId75" Type="http://schemas.openxmlformats.org/officeDocument/2006/relationships/image" Target="../media/image37.png"/><Relationship Id="rId140" Type="http://schemas.openxmlformats.org/officeDocument/2006/relationships/customXml" Target="../ink/ink72.xml"/><Relationship Id="rId182" Type="http://schemas.openxmlformats.org/officeDocument/2006/relationships/customXml" Target="../ink/ink9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oup 113">
            <a:extLst>
              <a:ext uri="{FF2B5EF4-FFF2-40B4-BE49-F238E27FC236}">
                <a16:creationId xmlns:a16="http://schemas.microsoft.com/office/drawing/2014/main" id="{CE40C0FE-32DA-4309-9AE2-7670020ECB0D}"/>
              </a:ext>
            </a:extLst>
          </p:cNvPr>
          <p:cNvGrpSpPr/>
          <p:nvPr/>
        </p:nvGrpSpPr>
        <p:grpSpPr>
          <a:xfrm>
            <a:off x="109098" y="50520"/>
            <a:ext cx="1511640" cy="947880"/>
            <a:chOff x="109098" y="50520"/>
            <a:chExt cx="1511640" cy="94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DCE0D87-D643-443D-AD82-45353DC6CAC8}"/>
                    </a:ext>
                  </a:extLst>
                </p14:cNvPr>
                <p14:cNvContentPartPr/>
                <p14:nvPr/>
              </p14:nvContentPartPr>
              <p14:xfrm>
                <a:off x="120258" y="85080"/>
                <a:ext cx="17640" cy="63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DCE0D87-D643-443D-AD82-45353DC6CAC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1618" y="76440"/>
                  <a:ext cx="352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4D2BCBB-A612-466A-AEC9-ACF1E289C329}"/>
                    </a:ext>
                  </a:extLst>
                </p14:cNvPr>
                <p14:cNvContentPartPr/>
                <p14:nvPr/>
              </p14:nvContentPartPr>
              <p14:xfrm>
                <a:off x="117018" y="66360"/>
                <a:ext cx="91440" cy="90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4D2BCBB-A612-466A-AEC9-ACF1E289C32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8018" y="57720"/>
                  <a:ext cx="1090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7F1BB03-767F-4C0E-B7FC-2A2BD2D92C72}"/>
                    </a:ext>
                  </a:extLst>
                </p14:cNvPr>
                <p14:cNvContentPartPr/>
                <p14:nvPr/>
              </p14:nvContentPartPr>
              <p14:xfrm>
                <a:off x="229698" y="87600"/>
                <a:ext cx="114840" cy="63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7F1BB03-767F-4C0E-B7FC-2A2BD2D92C7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0698" y="78600"/>
                  <a:ext cx="13248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6706F94-D659-41A3-A199-1E70CFE845F6}"/>
                    </a:ext>
                  </a:extLst>
                </p14:cNvPr>
                <p14:cNvContentPartPr/>
                <p14:nvPr/>
              </p14:nvContentPartPr>
              <p14:xfrm>
                <a:off x="305658" y="104520"/>
                <a:ext cx="56880" cy="61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6706F94-D659-41A3-A199-1E70CFE845F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96658" y="95520"/>
                  <a:ext cx="745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563D2AF-5004-467E-A9BB-E838DA5EE431}"/>
                    </a:ext>
                  </a:extLst>
                </p14:cNvPr>
                <p14:cNvContentPartPr/>
                <p14:nvPr/>
              </p14:nvContentPartPr>
              <p14:xfrm>
                <a:off x="387018" y="93360"/>
                <a:ext cx="59400" cy="53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563D2AF-5004-467E-A9BB-E838DA5EE43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78018" y="84720"/>
                  <a:ext cx="770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8C46007-1B5D-459F-91F1-0B8643104667}"/>
                    </a:ext>
                  </a:extLst>
                </p14:cNvPr>
                <p14:cNvContentPartPr/>
                <p14:nvPr/>
              </p14:nvContentPartPr>
              <p14:xfrm>
                <a:off x="482778" y="88320"/>
                <a:ext cx="9720" cy="46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8C46007-1B5D-459F-91F1-0B864310466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74138" y="79320"/>
                  <a:ext cx="273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CDCF33D-2891-41DC-8185-FE9678D6F8F1}"/>
                    </a:ext>
                  </a:extLst>
                </p14:cNvPr>
                <p14:cNvContentPartPr/>
                <p14:nvPr/>
              </p14:nvContentPartPr>
              <p14:xfrm>
                <a:off x="498258" y="133320"/>
                <a:ext cx="6480" cy="2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CDCF33D-2891-41DC-8185-FE9678D6F8F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9618" y="124680"/>
                  <a:ext cx="2412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BBBB20A-A8FB-4924-967A-404B71999342}"/>
                    </a:ext>
                  </a:extLst>
                </p14:cNvPr>
                <p14:cNvContentPartPr/>
                <p14:nvPr/>
              </p14:nvContentPartPr>
              <p14:xfrm>
                <a:off x="550458" y="66720"/>
                <a:ext cx="48600" cy="684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BBBB20A-A8FB-4924-967A-404B7199934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41458" y="58080"/>
                  <a:ext cx="662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BC4FEA7-EE6B-4CD7-A13D-F939900BC6EB}"/>
                    </a:ext>
                  </a:extLst>
                </p14:cNvPr>
                <p14:cNvContentPartPr/>
                <p14:nvPr/>
              </p14:nvContentPartPr>
              <p14:xfrm>
                <a:off x="614178" y="73920"/>
                <a:ext cx="60120" cy="63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BC4FEA7-EE6B-4CD7-A13D-F939900BC6E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05178" y="64920"/>
                  <a:ext cx="7776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C75B022-23EA-4CBF-BABD-3333D858BCFD}"/>
                    </a:ext>
                  </a:extLst>
                </p14:cNvPr>
                <p14:cNvContentPartPr/>
                <p14:nvPr/>
              </p14:nvContentPartPr>
              <p14:xfrm>
                <a:off x="698778" y="50520"/>
                <a:ext cx="22320" cy="1058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C75B022-23EA-4CBF-BABD-3333D858BCF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9778" y="41880"/>
                  <a:ext cx="399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4BD5F2B-85EB-4E50-8EEB-B9C6F5228298}"/>
                    </a:ext>
                  </a:extLst>
                </p14:cNvPr>
                <p14:cNvContentPartPr/>
                <p14:nvPr/>
              </p14:nvContentPartPr>
              <p14:xfrm>
                <a:off x="769698" y="58080"/>
                <a:ext cx="3600" cy="644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4BD5F2B-85EB-4E50-8EEB-B9C6F522829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61058" y="49440"/>
                  <a:ext cx="212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76B13E2-A91C-4553-A59A-2D2998E0FE48}"/>
                    </a:ext>
                  </a:extLst>
                </p14:cNvPr>
                <p14:cNvContentPartPr/>
                <p14:nvPr/>
              </p14:nvContentPartPr>
              <p14:xfrm>
                <a:off x="797058" y="50520"/>
                <a:ext cx="11880" cy="80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76B13E2-A91C-4553-A59A-2D2998E0FE4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88418" y="41880"/>
                  <a:ext cx="295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8EC0578-E4B0-4640-9256-98AC7DC6A6D9}"/>
                    </a:ext>
                  </a:extLst>
                </p14:cNvPr>
                <p14:cNvContentPartPr/>
                <p14:nvPr/>
              </p14:nvContentPartPr>
              <p14:xfrm>
                <a:off x="109098" y="238440"/>
                <a:ext cx="65880" cy="81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8EC0578-E4B0-4640-9256-98AC7DC6A6D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0458" y="229440"/>
                  <a:ext cx="835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528558D-8334-46FA-8AC7-F539644BC802}"/>
                    </a:ext>
                  </a:extLst>
                </p14:cNvPr>
                <p14:cNvContentPartPr/>
                <p14:nvPr/>
              </p14:nvContentPartPr>
              <p14:xfrm>
                <a:off x="192618" y="274080"/>
                <a:ext cx="70560" cy="115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528558D-8334-46FA-8AC7-F539644BC80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3978" y="265080"/>
                  <a:ext cx="882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606CFBF-A727-4313-93FB-5980028D7947}"/>
                    </a:ext>
                  </a:extLst>
                </p14:cNvPr>
                <p14:cNvContentPartPr/>
                <p14:nvPr/>
              </p14:nvContentPartPr>
              <p14:xfrm>
                <a:off x="231138" y="248160"/>
                <a:ext cx="7200" cy="633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606CFBF-A727-4313-93FB-5980028D794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2498" y="239520"/>
                  <a:ext cx="248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F7799A0-12C9-42DC-A004-F196220083D9}"/>
                    </a:ext>
                  </a:extLst>
                </p14:cNvPr>
                <p14:cNvContentPartPr/>
                <p14:nvPr/>
              </p14:nvContentPartPr>
              <p14:xfrm>
                <a:off x="299898" y="254280"/>
                <a:ext cx="62280" cy="136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F7799A0-12C9-42DC-A004-F196220083D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91258" y="245280"/>
                  <a:ext cx="799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93CC798-F747-4724-95CE-3A7AFDBA484B}"/>
                    </a:ext>
                  </a:extLst>
                </p14:cNvPr>
                <p14:cNvContentPartPr/>
                <p14:nvPr/>
              </p14:nvContentPartPr>
              <p14:xfrm>
                <a:off x="313938" y="246000"/>
                <a:ext cx="25920" cy="644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93CC798-F747-4724-95CE-3A7AFDBA484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04938" y="237000"/>
                  <a:ext cx="435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741BE25-07DF-4EE8-A18E-F277B3EC7774}"/>
                    </a:ext>
                  </a:extLst>
                </p14:cNvPr>
                <p14:cNvContentPartPr/>
                <p14:nvPr/>
              </p14:nvContentPartPr>
              <p14:xfrm>
                <a:off x="254898" y="400440"/>
                <a:ext cx="24840" cy="1566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741BE25-07DF-4EE8-A18E-F277B3EC777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45898" y="391800"/>
                  <a:ext cx="424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B9C9DCA-D72D-4848-9E65-9E79550EDC71}"/>
                    </a:ext>
                  </a:extLst>
                </p14:cNvPr>
                <p14:cNvContentPartPr/>
                <p14:nvPr/>
              </p14:nvContentPartPr>
              <p14:xfrm>
                <a:off x="254898" y="392520"/>
                <a:ext cx="259920" cy="1983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B9C9DCA-D72D-4848-9E65-9E79550EDC71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45898" y="383880"/>
                  <a:ext cx="2775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CB8E19E-714C-4682-BE19-E79110E9984B}"/>
                    </a:ext>
                  </a:extLst>
                </p14:cNvPr>
                <p14:cNvContentPartPr/>
                <p14:nvPr/>
              </p14:nvContentPartPr>
              <p14:xfrm>
                <a:off x="327978" y="638040"/>
                <a:ext cx="21600" cy="216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CB8E19E-714C-4682-BE19-E79110E9984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18978" y="629040"/>
                  <a:ext cx="39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48953FE-9663-4FE4-83A3-8461239C55D9}"/>
                    </a:ext>
                  </a:extLst>
                </p14:cNvPr>
                <p14:cNvContentPartPr/>
                <p14:nvPr/>
              </p14:nvContentPartPr>
              <p14:xfrm>
                <a:off x="386298" y="604560"/>
                <a:ext cx="68760" cy="727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48953FE-9663-4FE4-83A3-8461239C55D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77658" y="595920"/>
                  <a:ext cx="864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D2A25EF-6753-4E97-A478-2E5AED743525}"/>
                    </a:ext>
                  </a:extLst>
                </p14:cNvPr>
                <p14:cNvContentPartPr/>
                <p14:nvPr/>
              </p14:nvContentPartPr>
              <p14:xfrm>
                <a:off x="651978" y="382080"/>
                <a:ext cx="23040" cy="178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D2A25EF-6753-4E97-A478-2E5AED74352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3338" y="373440"/>
                  <a:ext cx="4068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F38933A-2462-485B-937E-6E471F2DF77F}"/>
                    </a:ext>
                  </a:extLst>
                </p14:cNvPr>
                <p14:cNvContentPartPr/>
                <p14:nvPr/>
              </p14:nvContentPartPr>
              <p14:xfrm>
                <a:off x="644058" y="345360"/>
                <a:ext cx="388800" cy="2239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F38933A-2462-485B-937E-6E471F2DF77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5058" y="336360"/>
                  <a:ext cx="40644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729E231-55FB-418E-BF28-00C3C09CE679}"/>
                    </a:ext>
                  </a:extLst>
                </p14:cNvPr>
                <p14:cNvContentPartPr/>
                <p14:nvPr/>
              </p14:nvContentPartPr>
              <p14:xfrm>
                <a:off x="706338" y="621840"/>
                <a:ext cx="33840" cy="27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729E231-55FB-418E-BF28-00C3C09CE67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7698" y="612840"/>
                  <a:ext cx="514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20E85F9-1C1F-4C6B-B206-79F6FDADA77B}"/>
                    </a:ext>
                  </a:extLst>
                </p14:cNvPr>
                <p14:cNvContentPartPr/>
                <p14:nvPr/>
              </p14:nvContentPartPr>
              <p14:xfrm>
                <a:off x="776178" y="601680"/>
                <a:ext cx="68400" cy="543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20E85F9-1C1F-4C6B-B206-79F6FDADA77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67538" y="592680"/>
                  <a:ext cx="8604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40F6B3F-EF46-46CC-B589-3B93EB996527}"/>
                    </a:ext>
                  </a:extLst>
                </p14:cNvPr>
                <p14:cNvContentPartPr/>
                <p14:nvPr/>
              </p14:nvContentPartPr>
              <p14:xfrm>
                <a:off x="854658" y="603480"/>
                <a:ext cx="6480" cy="612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40F6B3F-EF46-46CC-B589-3B93EB99652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46018" y="594480"/>
                  <a:ext cx="2412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952E09C-395F-4459-AF89-4AFAB268FDA4}"/>
                    </a:ext>
                  </a:extLst>
                </p14:cNvPr>
                <p14:cNvContentPartPr/>
                <p14:nvPr/>
              </p14:nvContentPartPr>
              <p14:xfrm>
                <a:off x="864738" y="600960"/>
                <a:ext cx="44640" cy="36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952E09C-395F-4459-AF89-4AFAB268FDA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6098" y="591960"/>
                  <a:ext cx="62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A03FA15-DE6F-47CB-9626-D44E981ED0B4}"/>
                    </a:ext>
                  </a:extLst>
                </p14:cNvPr>
                <p14:cNvContentPartPr/>
                <p14:nvPr/>
              </p14:nvContentPartPr>
              <p14:xfrm>
                <a:off x="929898" y="602040"/>
                <a:ext cx="5760" cy="76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A03FA15-DE6F-47CB-9626-D44E981ED0B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20898" y="593040"/>
                  <a:ext cx="234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07F56A6-74B5-4FCD-94FC-7DCF9FD4681D}"/>
                    </a:ext>
                  </a:extLst>
                </p14:cNvPr>
                <p14:cNvContentPartPr/>
                <p14:nvPr/>
              </p14:nvContentPartPr>
              <p14:xfrm>
                <a:off x="927738" y="594840"/>
                <a:ext cx="38160" cy="468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07F56A6-74B5-4FCD-94FC-7DCF9FD4681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19098" y="585840"/>
                  <a:ext cx="558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6C84FAE-BFCC-4210-A2B3-ACB9EBA2C8F4}"/>
                    </a:ext>
                  </a:extLst>
                </p14:cNvPr>
                <p14:cNvContentPartPr/>
                <p14:nvPr/>
              </p14:nvContentPartPr>
              <p14:xfrm>
                <a:off x="269298" y="665400"/>
                <a:ext cx="57240" cy="113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6C84FAE-BFCC-4210-A2B3-ACB9EBA2C8F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60658" y="656760"/>
                  <a:ext cx="748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35514BB-7A94-4AFB-BD23-785B3EF508C9}"/>
                    </a:ext>
                  </a:extLst>
                </p14:cNvPr>
                <p14:cNvContentPartPr/>
                <p14:nvPr/>
              </p14:nvContentPartPr>
              <p14:xfrm>
                <a:off x="156618" y="798240"/>
                <a:ext cx="61920" cy="108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35514BB-7A94-4AFB-BD23-785B3EF508C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47618" y="789600"/>
                  <a:ext cx="795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0FB734B-8F22-4E07-81B8-FE1F122DE95C}"/>
                    </a:ext>
                  </a:extLst>
                </p14:cNvPr>
                <p14:cNvContentPartPr/>
                <p14:nvPr/>
              </p14:nvContentPartPr>
              <p14:xfrm>
                <a:off x="236538" y="842160"/>
                <a:ext cx="54360" cy="49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0FB734B-8F22-4E07-81B8-FE1F122DE95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27538" y="833520"/>
                  <a:ext cx="720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E4C2D9D-401B-42BC-A9AB-648A5F31C97D}"/>
                    </a:ext>
                  </a:extLst>
                </p14:cNvPr>
                <p14:cNvContentPartPr/>
                <p14:nvPr/>
              </p14:nvContentPartPr>
              <p14:xfrm>
                <a:off x="295938" y="844320"/>
                <a:ext cx="37800" cy="381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E4C2D9D-401B-42BC-A9AB-648A5F31C97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86938" y="835320"/>
                  <a:ext cx="554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6A66D91-C956-4187-9987-6B5686ED3696}"/>
                    </a:ext>
                  </a:extLst>
                </p14:cNvPr>
                <p14:cNvContentPartPr/>
                <p14:nvPr/>
              </p14:nvContentPartPr>
              <p14:xfrm>
                <a:off x="335898" y="808680"/>
                <a:ext cx="23760" cy="74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6A66D91-C956-4187-9987-6B5686ED369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26898" y="800040"/>
                  <a:ext cx="414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FA2B13B-4B54-4D2E-8EE2-49F8CC4AADBB}"/>
                    </a:ext>
                  </a:extLst>
                </p14:cNvPr>
                <p14:cNvContentPartPr/>
                <p14:nvPr/>
              </p14:nvContentPartPr>
              <p14:xfrm>
                <a:off x="366138" y="836400"/>
                <a:ext cx="38520" cy="370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FA2B13B-4B54-4D2E-8EE2-49F8CC4AADB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57498" y="827400"/>
                  <a:ext cx="561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3E1AC79-3E0E-45E3-8B9A-250A0CF7FBDF}"/>
                    </a:ext>
                  </a:extLst>
                </p14:cNvPr>
                <p14:cNvContentPartPr/>
                <p14:nvPr/>
              </p14:nvContentPartPr>
              <p14:xfrm>
                <a:off x="422658" y="833160"/>
                <a:ext cx="35640" cy="396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3E1AC79-3E0E-45E3-8B9A-250A0CF7FBD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13658" y="824520"/>
                  <a:ext cx="5328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BB9E56E-0D4B-4FFA-AABA-915884D4BF7D}"/>
                    </a:ext>
                  </a:extLst>
                </p14:cNvPr>
                <p14:cNvContentPartPr/>
                <p14:nvPr/>
              </p14:nvContentPartPr>
              <p14:xfrm>
                <a:off x="463698" y="832440"/>
                <a:ext cx="30240" cy="38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BB9E56E-0D4B-4FFA-AABA-915884D4BF7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55058" y="823800"/>
                  <a:ext cx="478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EDFA417-01C4-445D-8ED9-52FF343E62BF}"/>
                    </a:ext>
                  </a:extLst>
                </p14:cNvPr>
                <p14:cNvContentPartPr/>
                <p14:nvPr/>
              </p14:nvContentPartPr>
              <p14:xfrm>
                <a:off x="510138" y="798240"/>
                <a:ext cx="9720" cy="81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EDFA417-01C4-445D-8ED9-52FF343E62B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01138" y="789240"/>
                  <a:ext cx="273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E270D58-9F2E-4509-A5C3-2CB244D39B97}"/>
                    </a:ext>
                  </a:extLst>
                </p14:cNvPr>
                <p14:cNvContentPartPr/>
                <p14:nvPr/>
              </p14:nvContentPartPr>
              <p14:xfrm>
                <a:off x="504018" y="831720"/>
                <a:ext cx="41760" cy="500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E270D58-9F2E-4509-A5C3-2CB244D39B9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95378" y="823080"/>
                  <a:ext cx="5940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FC9A4A3-0861-4629-97CB-48CA4C70CBD6}"/>
                    </a:ext>
                  </a:extLst>
                </p14:cNvPr>
                <p14:cNvContentPartPr/>
                <p14:nvPr/>
              </p14:nvContentPartPr>
              <p14:xfrm>
                <a:off x="543618" y="802200"/>
                <a:ext cx="2880" cy="7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FC9A4A3-0861-4629-97CB-48CA4C70CBD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34618" y="793200"/>
                  <a:ext cx="2052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74B9CE9-D8F1-4CBA-A0BD-2E8A05BD8150}"/>
                    </a:ext>
                  </a:extLst>
                </p14:cNvPr>
                <p14:cNvContentPartPr/>
                <p14:nvPr/>
              </p14:nvContentPartPr>
              <p14:xfrm>
                <a:off x="565218" y="828480"/>
                <a:ext cx="30960" cy="435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74B9CE9-D8F1-4CBA-A0BD-2E8A05BD815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556218" y="819480"/>
                  <a:ext cx="4860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86BE3B8-52D1-410B-8C99-C05CE3FB9D61}"/>
                    </a:ext>
                  </a:extLst>
                </p14:cNvPr>
                <p14:cNvContentPartPr/>
                <p14:nvPr/>
              </p14:nvContentPartPr>
              <p14:xfrm>
                <a:off x="615258" y="817680"/>
                <a:ext cx="89280" cy="66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86BE3B8-52D1-410B-8C99-C05CE3FB9D6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06618" y="809040"/>
                  <a:ext cx="1069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97110D22-CC1D-4534-9B6A-3A3E8054F585}"/>
                    </a:ext>
                  </a:extLst>
                </p14:cNvPr>
                <p14:cNvContentPartPr/>
                <p14:nvPr/>
              </p14:nvContentPartPr>
              <p14:xfrm>
                <a:off x="839538" y="746400"/>
                <a:ext cx="47880" cy="95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97110D22-CC1D-4534-9B6A-3A3E8054F58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30898" y="737760"/>
                  <a:ext cx="6552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ED8E27B-E037-42CA-97E6-220667EF803A}"/>
                    </a:ext>
                  </a:extLst>
                </p14:cNvPr>
                <p14:cNvContentPartPr/>
                <p14:nvPr/>
              </p14:nvContentPartPr>
              <p14:xfrm>
                <a:off x="768618" y="870240"/>
                <a:ext cx="80640" cy="936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ED8E27B-E037-42CA-97E6-220667EF803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59618" y="861600"/>
                  <a:ext cx="982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793BC8F-FEBA-4F94-A5B1-9815C6E63D07}"/>
                    </a:ext>
                  </a:extLst>
                </p14:cNvPr>
                <p14:cNvContentPartPr/>
                <p14:nvPr/>
              </p14:nvContentPartPr>
              <p14:xfrm>
                <a:off x="852498" y="888960"/>
                <a:ext cx="115560" cy="1094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793BC8F-FEBA-4F94-A5B1-9815C6E63D07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43858" y="880320"/>
                  <a:ext cx="1332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5594B23A-2F42-4189-AA6F-41F11503BC8C}"/>
                    </a:ext>
                  </a:extLst>
                </p14:cNvPr>
                <p14:cNvContentPartPr/>
                <p14:nvPr/>
              </p14:nvContentPartPr>
              <p14:xfrm>
                <a:off x="962298" y="884280"/>
                <a:ext cx="7200" cy="50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5594B23A-2F42-4189-AA6F-41F11503BC8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53298" y="875640"/>
                  <a:ext cx="248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89A0F98-000D-45E8-8830-1B3297B949CF}"/>
                    </a:ext>
                  </a:extLst>
                </p14:cNvPr>
                <p14:cNvContentPartPr/>
                <p14:nvPr/>
              </p14:nvContentPartPr>
              <p14:xfrm>
                <a:off x="989298" y="896160"/>
                <a:ext cx="80640" cy="536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89A0F98-000D-45E8-8830-1B3297B949C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80658" y="887160"/>
                  <a:ext cx="982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7938B3A-2055-41B4-B48D-26D8F1E0D396}"/>
                    </a:ext>
                  </a:extLst>
                </p14:cNvPr>
                <p14:cNvContentPartPr/>
                <p14:nvPr/>
              </p14:nvContentPartPr>
              <p14:xfrm>
                <a:off x="1059498" y="857640"/>
                <a:ext cx="8280" cy="6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7938B3A-2055-41B4-B48D-26D8F1E0D39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50498" y="849000"/>
                  <a:ext cx="2592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8FF96AF-41B9-41A0-9D05-066D7D536B74}"/>
                    </a:ext>
                  </a:extLst>
                </p14:cNvPr>
                <p14:cNvContentPartPr/>
                <p14:nvPr/>
              </p14:nvContentPartPr>
              <p14:xfrm>
                <a:off x="1087218" y="869160"/>
                <a:ext cx="18000" cy="687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8FF96AF-41B9-41A0-9D05-066D7D536B7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78218" y="860520"/>
                  <a:ext cx="356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1FD6D39-D9D2-4DFE-8379-83EAFB3F9DBB}"/>
                    </a:ext>
                  </a:extLst>
                </p14:cNvPr>
                <p14:cNvContentPartPr/>
                <p14:nvPr/>
              </p14:nvContentPartPr>
              <p14:xfrm>
                <a:off x="1085778" y="890400"/>
                <a:ext cx="60480" cy="46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1FD6D39-D9D2-4DFE-8379-83EAFB3F9DB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77138" y="881760"/>
                  <a:ext cx="781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2A48DC3-B59D-485B-A3F3-A15684E096D4}"/>
                    </a:ext>
                  </a:extLst>
                </p14:cNvPr>
                <p14:cNvContentPartPr/>
                <p14:nvPr/>
              </p14:nvContentPartPr>
              <p14:xfrm>
                <a:off x="1128978" y="866640"/>
                <a:ext cx="11520" cy="147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2A48DC3-B59D-485B-A3F3-A15684E096D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19978" y="857640"/>
                  <a:ext cx="291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2724AAB-DD3E-4633-87E7-C3D13683909D}"/>
                    </a:ext>
                  </a:extLst>
                </p14:cNvPr>
                <p14:cNvContentPartPr/>
                <p14:nvPr/>
              </p14:nvContentPartPr>
              <p14:xfrm>
                <a:off x="1161018" y="885720"/>
                <a:ext cx="30600" cy="428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2724AAB-DD3E-4633-87E7-C3D13683909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52018" y="876720"/>
                  <a:ext cx="482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2A226AE-499E-4665-A26B-8A0F62E481F7}"/>
                    </a:ext>
                  </a:extLst>
                </p14:cNvPr>
                <p14:cNvContentPartPr/>
                <p14:nvPr/>
              </p14:nvContentPartPr>
              <p14:xfrm>
                <a:off x="1213938" y="881760"/>
                <a:ext cx="54000" cy="478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2A226AE-499E-4665-A26B-8A0F62E481F7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205298" y="872760"/>
                  <a:ext cx="7164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7F0D538-E0C8-40CE-B40A-0C4F16FD5B15}"/>
                    </a:ext>
                  </a:extLst>
                </p14:cNvPr>
                <p14:cNvContentPartPr/>
                <p14:nvPr/>
              </p14:nvContentPartPr>
              <p14:xfrm>
                <a:off x="1107378" y="364800"/>
                <a:ext cx="35640" cy="1418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7F0D538-E0C8-40CE-B40A-0C4F16FD5B1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03058" y="360480"/>
                  <a:ext cx="442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AC978B3-F963-4A39-9617-9682B2C5F512}"/>
                    </a:ext>
                  </a:extLst>
                </p14:cNvPr>
                <p14:cNvContentPartPr/>
                <p14:nvPr/>
              </p14:nvContentPartPr>
              <p14:xfrm>
                <a:off x="1093698" y="352920"/>
                <a:ext cx="378360" cy="2030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AC978B3-F963-4A39-9617-9682B2C5F512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89378" y="348600"/>
                  <a:ext cx="3870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49D875C-84E4-4AB5-AEEF-4F63321DF557}"/>
                    </a:ext>
                  </a:extLst>
                </p14:cNvPr>
                <p14:cNvContentPartPr/>
                <p14:nvPr/>
              </p14:nvContentPartPr>
              <p14:xfrm>
                <a:off x="1107378" y="579720"/>
                <a:ext cx="101520" cy="42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49D875C-84E4-4AB5-AEEF-4F63321DF55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103058" y="575400"/>
                  <a:ext cx="1101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4A21E1D7-1D5B-49F1-9980-046C88C3D4EC}"/>
                    </a:ext>
                  </a:extLst>
                </p14:cNvPr>
                <p14:cNvContentPartPr/>
                <p14:nvPr/>
              </p14:nvContentPartPr>
              <p14:xfrm>
                <a:off x="1218258" y="580440"/>
                <a:ext cx="66960" cy="338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4A21E1D7-1D5B-49F1-9980-046C88C3D4EC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213938" y="576120"/>
                  <a:ext cx="756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F2537CB-6E37-4F56-8570-99FB6A87E45F}"/>
                    </a:ext>
                  </a:extLst>
                </p14:cNvPr>
                <p14:cNvContentPartPr/>
                <p14:nvPr/>
              </p14:nvContentPartPr>
              <p14:xfrm>
                <a:off x="1275858" y="557760"/>
                <a:ext cx="6840" cy="72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F2537CB-6E37-4F56-8570-99FB6A87E45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271538" y="553440"/>
                  <a:ext cx="1548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DA2E13A-5CC4-4E76-BF27-5EF24E6BCA39}"/>
                    </a:ext>
                  </a:extLst>
                </p14:cNvPr>
                <p14:cNvContentPartPr/>
                <p14:nvPr/>
              </p14:nvContentPartPr>
              <p14:xfrm>
                <a:off x="1287378" y="578640"/>
                <a:ext cx="57600" cy="46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DA2E13A-5CC4-4E76-BF27-5EF24E6BCA3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283058" y="574320"/>
                  <a:ext cx="662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4B6F1D6-E09F-4E36-980A-B19335EB814F}"/>
                    </a:ext>
                  </a:extLst>
                </p14:cNvPr>
                <p14:cNvContentPartPr/>
                <p14:nvPr/>
              </p14:nvContentPartPr>
              <p14:xfrm>
                <a:off x="1369098" y="593040"/>
                <a:ext cx="8280" cy="6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4B6F1D6-E09F-4E36-980A-B19335EB814F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364778" y="588720"/>
                  <a:ext cx="16920" cy="1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5180514-6F1D-40A6-B89E-AAB22380495A}"/>
                    </a:ext>
                  </a:extLst>
                </p14:cNvPr>
                <p14:cNvContentPartPr/>
                <p14:nvPr/>
              </p14:nvContentPartPr>
              <p14:xfrm>
                <a:off x="1400058" y="585480"/>
                <a:ext cx="52920" cy="5004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5180514-6F1D-40A6-B89E-AAB22380495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395738" y="581160"/>
                  <a:ext cx="615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06AC523F-375B-4402-B8AA-4BE52D343EFC}"/>
                    </a:ext>
                  </a:extLst>
                </p14:cNvPr>
                <p14:cNvContentPartPr/>
                <p14:nvPr/>
              </p14:nvContentPartPr>
              <p14:xfrm>
                <a:off x="1454418" y="590880"/>
                <a:ext cx="8280" cy="65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06AC523F-375B-4402-B8AA-4BE52D343EFC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450098" y="586560"/>
                  <a:ext cx="169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9CBE66A-9358-481E-ADC8-68BFBFDBEC2A}"/>
                    </a:ext>
                  </a:extLst>
                </p14:cNvPr>
                <p14:cNvContentPartPr/>
                <p14:nvPr/>
              </p14:nvContentPartPr>
              <p14:xfrm>
                <a:off x="1451538" y="593760"/>
                <a:ext cx="93240" cy="630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9CBE66A-9358-481E-ADC8-68BFBFDBEC2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447218" y="589440"/>
                  <a:ext cx="1018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7370960-9AB6-4A96-B7C6-71FC11853D8E}"/>
                    </a:ext>
                  </a:extLst>
                </p14:cNvPr>
                <p14:cNvContentPartPr/>
                <p14:nvPr/>
              </p14:nvContentPartPr>
              <p14:xfrm>
                <a:off x="434178" y="291360"/>
                <a:ext cx="407880" cy="1760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7370960-9AB6-4A96-B7C6-71FC11853D8E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429858" y="287040"/>
                  <a:ext cx="4165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A12429F-E525-431F-9B77-FB12DB2E2E4D}"/>
                    </a:ext>
                  </a:extLst>
                </p14:cNvPr>
                <p14:cNvContentPartPr/>
                <p14:nvPr/>
              </p14:nvContentPartPr>
              <p14:xfrm>
                <a:off x="744858" y="192360"/>
                <a:ext cx="15480" cy="6768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A12429F-E525-431F-9B77-FB12DB2E2E4D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40538" y="188040"/>
                  <a:ext cx="2412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65A9200-89D7-4D9F-91E8-0369D8EA0F50}"/>
                    </a:ext>
                  </a:extLst>
                </p14:cNvPr>
                <p14:cNvContentPartPr/>
                <p14:nvPr/>
              </p14:nvContentPartPr>
              <p14:xfrm>
                <a:off x="763938" y="209280"/>
                <a:ext cx="4680" cy="774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65A9200-89D7-4D9F-91E8-0369D8EA0F5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759618" y="204960"/>
                  <a:ext cx="133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612A5E3-A389-4A5C-B987-8F354D3C09BF}"/>
                    </a:ext>
                  </a:extLst>
                </p14:cNvPr>
                <p14:cNvContentPartPr/>
                <p14:nvPr/>
              </p14:nvContentPartPr>
              <p14:xfrm>
                <a:off x="728658" y="212880"/>
                <a:ext cx="81000" cy="205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612A5E3-A389-4A5C-B987-8F354D3C09BF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724338" y="208560"/>
                  <a:ext cx="896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8545DBB-4E5C-4898-81DC-AACCFBF6280A}"/>
                    </a:ext>
                  </a:extLst>
                </p14:cNvPr>
                <p14:cNvContentPartPr/>
                <p14:nvPr/>
              </p14:nvContentPartPr>
              <p14:xfrm>
                <a:off x="745578" y="242040"/>
                <a:ext cx="66600" cy="162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8545DBB-4E5C-4898-81DC-AACCFBF6280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741258" y="237720"/>
                  <a:ext cx="752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5705EE1-204D-4BE8-A1E9-F8D446B6739A}"/>
                    </a:ext>
                  </a:extLst>
                </p14:cNvPr>
                <p14:cNvContentPartPr/>
                <p14:nvPr/>
              </p14:nvContentPartPr>
              <p14:xfrm>
                <a:off x="825138" y="215760"/>
                <a:ext cx="3960" cy="439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5705EE1-204D-4BE8-A1E9-F8D446B6739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20818" y="211440"/>
                  <a:ext cx="126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DC05599-45C7-4984-8729-52C2BEBFB1EC}"/>
                    </a:ext>
                  </a:extLst>
                </p14:cNvPr>
                <p14:cNvContentPartPr/>
                <p14:nvPr/>
              </p14:nvContentPartPr>
              <p14:xfrm>
                <a:off x="838458" y="189480"/>
                <a:ext cx="4320" cy="18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DC05599-45C7-4984-8729-52C2BEBFB1E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834138" y="185160"/>
                  <a:ext cx="12960" cy="1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3145920-F8DA-473D-BD32-67C39A8A9594}"/>
                    </a:ext>
                  </a:extLst>
                </p14:cNvPr>
                <p14:cNvContentPartPr/>
                <p14:nvPr/>
              </p14:nvContentPartPr>
              <p14:xfrm>
                <a:off x="854658" y="209280"/>
                <a:ext cx="38880" cy="615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3145920-F8DA-473D-BD32-67C39A8A959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50338" y="204960"/>
                  <a:ext cx="475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209D8FE-C21D-4413-80ED-E3D830894FC1}"/>
                    </a:ext>
                  </a:extLst>
                </p14:cNvPr>
                <p14:cNvContentPartPr/>
                <p14:nvPr/>
              </p14:nvContentPartPr>
              <p14:xfrm>
                <a:off x="907938" y="211800"/>
                <a:ext cx="38520" cy="514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209D8FE-C21D-4413-80ED-E3D830894FC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03618" y="207480"/>
                  <a:ext cx="471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75150D5-2098-4EE2-B7FC-C0ACBCDFD44A}"/>
                    </a:ext>
                  </a:extLst>
                </p14:cNvPr>
                <p14:cNvContentPartPr/>
                <p14:nvPr/>
              </p14:nvContentPartPr>
              <p14:xfrm>
                <a:off x="955458" y="186960"/>
                <a:ext cx="40680" cy="813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75150D5-2098-4EE2-B7FC-C0ACBCDFD44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51138" y="182640"/>
                  <a:ext cx="493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C83C9F6-D86D-4862-94B3-2ED33102ADC3}"/>
                    </a:ext>
                  </a:extLst>
                </p14:cNvPr>
                <p14:cNvContentPartPr/>
                <p14:nvPr/>
              </p14:nvContentPartPr>
              <p14:xfrm>
                <a:off x="1022778" y="157440"/>
                <a:ext cx="37440" cy="882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C83C9F6-D86D-4862-94B3-2ED33102ADC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18458" y="153120"/>
                  <a:ext cx="460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9613E87-C4D1-40D8-BFE8-73F038475E91}"/>
                    </a:ext>
                  </a:extLst>
                </p14:cNvPr>
                <p14:cNvContentPartPr/>
                <p14:nvPr/>
              </p14:nvContentPartPr>
              <p14:xfrm>
                <a:off x="1074258" y="190200"/>
                <a:ext cx="50400" cy="6444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9613E87-C4D1-40D8-BFE8-73F038475E91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69938" y="185880"/>
                  <a:ext cx="590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5C7DABE-2DBC-4310-9E15-DA50E91949DA}"/>
                    </a:ext>
                  </a:extLst>
                </p14:cNvPr>
                <p14:cNvContentPartPr/>
                <p14:nvPr/>
              </p14:nvContentPartPr>
              <p14:xfrm>
                <a:off x="904338" y="261480"/>
                <a:ext cx="375120" cy="1699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5C7DABE-2DBC-4310-9E15-DA50E91949DA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00018" y="257160"/>
                  <a:ext cx="3837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7420622C-680F-4769-9FE3-F131635DBAE2}"/>
                    </a:ext>
                  </a:extLst>
                </p14:cNvPr>
                <p14:cNvContentPartPr/>
                <p14:nvPr/>
              </p14:nvContentPartPr>
              <p14:xfrm>
                <a:off x="1252098" y="175800"/>
                <a:ext cx="8280" cy="7128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7420622C-680F-4769-9FE3-F131635DBAE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247778" y="171480"/>
                  <a:ext cx="169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54F46FD-263B-439C-B147-D14C9B211D22}"/>
                    </a:ext>
                  </a:extLst>
                </p14:cNvPr>
                <p14:cNvContentPartPr/>
                <p14:nvPr/>
              </p14:nvContentPartPr>
              <p14:xfrm>
                <a:off x="1276578" y="175080"/>
                <a:ext cx="7920" cy="640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54F46FD-263B-439C-B147-D14C9B211D2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272258" y="170760"/>
                  <a:ext cx="165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3690D99-358B-4A48-8C51-6E2B86064D21}"/>
                    </a:ext>
                  </a:extLst>
                </p14:cNvPr>
                <p14:cNvContentPartPr/>
                <p14:nvPr/>
              </p14:nvContentPartPr>
              <p14:xfrm>
                <a:off x="1244898" y="190200"/>
                <a:ext cx="65880" cy="162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3690D99-358B-4A48-8C51-6E2B86064D2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240578" y="185880"/>
                  <a:ext cx="745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D5FF898-497A-4D37-95DF-AE3691F4C7B2}"/>
                    </a:ext>
                  </a:extLst>
                </p14:cNvPr>
                <p14:cNvContentPartPr/>
                <p14:nvPr/>
              </p14:nvContentPartPr>
              <p14:xfrm>
                <a:off x="1243098" y="217200"/>
                <a:ext cx="68400" cy="136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D5FF898-497A-4D37-95DF-AE3691F4C7B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238778" y="212880"/>
                  <a:ext cx="770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69083EE-6088-43CD-8EE9-3E3430ED0BAD}"/>
                    </a:ext>
                  </a:extLst>
                </p14:cNvPr>
                <p14:cNvContentPartPr/>
                <p14:nvPr/>
              </p14:nvContentPartPr>
              <p14:xfrm>
                <a:off x="1321578" y="197040"/>
                <a:ext cx="1080" cy="327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69083EE-6088-43CD-8EE9-3E3430ED0BAD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317258" y="192720"/>
                  <a:ext cx="97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B1DB50D-6B01-41DD-B618-E597491874AF}"/>
                    </a:ext>
                  </a:extLst>
                </p14:cNvPr>
                <p14:cNvContentPartPr/>
                <p14:nvPr/>
              </p14:nvContentPartPr>
              <p14:xfrm>
                <a:off x="1325538" y="171120"/>
                <a:ext cx="5400" cy="154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B1DB50D-6B01-41DD-B618-E597491874A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321218" y="166800"/>
                  <a:ext cx="140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5EE8B75-053F-4E4F-AF58-7F32EC0CD9FD}"/>
                    </a:ext>
                  </a:extLst>
                </p14:cNvPr>
                <p14:cNvContentPartPr/>
                <p14:nvPr/>
              </p14:nvContentPartPr>
              <p14:xfrm>
                <a:off x="1344258" y="197040"/>
                <a:ext cx="43920" cy="352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5EE8B75-053F-4E4F-AF58-7F32EC0CD9F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339938" y="192720"/>
                  <a:ext cx="525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D261106-D3A3-43A1-B9BB-AD43DC441348}"/>
                    </a:ext>
                  </a:extLst>
                </p14:cNvPr>
                <p14:cNvContentPartPr/>
                <p14:nvPr/>
              </p14:nvContentPartPr>
              <p14:xfrm>
                <a:off x="1409058" y="153120"/>
                <a:ext cx="160560" cy="932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D261106-D3A3-43A1-B9BB-AD43DC44134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404738" y="148800"/>
                  <a:ext cx="1692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2336974-0E45-4C50-9198-1636A846C5BF}"/>
                    </a:ext>
                  </a:extLst>
                </p14:cNvPr>
                <p14:cNvContentPartPr/>
                <p14:nvPr/>
              </p14:nvContentPartPr>
              <p14:xfrm>
                <a:off x="1580058" y="183720"/>
                <a:ext cx="40680" cy="687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2336974-0E45-4C50-9198-1636A846C5B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575738" y="179400"/>
                  <a:ext cx="49320" cy="77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80D780D8-00BC-435B-97DC-CC845DF6A55E}"/>
                  </a:ext>
                </a:extLst>
              </p14:cNvPr>
              <p14:cNvContentPartPr/>
              <p14:nvPr/>
            </p14:nvContentPartPr>
            <p14:xfrm>
              <a:off x="47178" y="288480"/>
              <a:ext cx="290160" cy="1944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80D780D8-00BC-435B-97DC-CC845DF6A55E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-6462" y="180840"/>
                <a:ext cx="39780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99A3550E-744A-4A70-9B2B-15F74F57905B}"/>
                  </a:ext>
                </a:extLst>
              </p14:cNvPr>
              <p14:cNvContentPartPr/>
              <p14:nvPr/>
            </p14:nvContentPartPr>
            <p14:xfrm>
              <a:off x="130698" y="861960"/>
              <a:ext cx="506160" cy="2340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99A3550E-744A-4A70-9B2B-15F74F57905B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77058" y="753960"/>
                <a:ext cx="61380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8B4532FD-3DFD-4498-A0B0-E37D7B753040}"/>
                  </a:ext>
                </a:extLst>
              </p14:cNvPr>
              <p14:cNvContentPartPr/>
              <p14:nvPr/>
            </p14:nvContentPartPr>
            <p14:xfrm>
              <a:off x="591858" y="876360"/>
              <a:ext cx="97920" cy="828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8B4532FD-3DFD-4498-A0B0-E37D7B753040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38218" y="768720"/>
                <a:ext cx="20556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4EB0E8DF-E847-4AE9-91EB-F512F620B03D}"/>
                  </a:ext>
                </a:extLst>
              </p14:cNvPr>
              <p14:cNvContentPartPr/>
              <p14:nvPr/>
            </p14:nvContentPartPr>
            <p14:xfrm>
              <a:off x="785898" y="951600"/>
              <a:ext cx="443880" cy="1476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4EB0E8DF-E847-4AE9-91EB-F512F620B03D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32258" y="843600"/>
                <a:ext cx="55152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526F0E98-249D-449A-A10C-7F80A5DB86BD}"/>
                  </a:ext>
                </a:extLst>
              </p14:cNvPr>
              <p14:cNvContentPartPr/>
              <p14:nvPr/>
            </p14:nvContentPartPr>
            <p14:xfrm>
              <a:off x="738738" y="206760"/>
              <a:ext cx="325440" cy="1944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526F0E98-249D-449A-A10C-7F80A5DB86BD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685098" y="98760"/>
                <a:ext cx="43308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ED0614C7-BB16-48AE-BF1C-6C35CFA8060B}"/>
                  </a:ext>
                </a:extLst>
              </p14:cNvPr>
              <p14:cNvContentPartPr/>
              <p14:nvPr/>
            </p14:nvContentPartPr>
            <p14:xfrm>
              <a:off x="1248858" y="202080"/>
              <a:ext cx="360000" cy="3060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ED0614C7-BB16-48AE-BF1C-6C35CFA8060B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1194858" y="94440"/>
                <a:ext cx="46764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B35A7CF2-1C4D-4205-B7F0-528DF898A56B}"/>
                  </a:ext>
                </a:extLst>
              </p14:cNvPr>
              <p14:cNvContentPartPr/>
              <p14:nvPr/>
            </p14:nvContentPartPr>
            <p14:xfrm>
              <a:off x="274698" y="640920"/>
              <a:ext cx="192240" cy="1044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B35A7CF2-1C4D-4205-B7F0-528DF898A56B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221058" y="532920"/>
                <a:ext cx="29988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ED739436-F9E7-47F2-9F50-1D044B06DC7C}"/>
                  </a:ext>
                </a:extLst>
              </p14:cNvPr>
              <p14:cNvContentPartPr/>
              <p14:nvPr/>
            </p14:nvContentPartPr>
            <p14:xfrm>
              <a:off x="693738" y="617520"/>
              <a:ext cx="204840" cy="5760"/>
            </p14:xfrm>
          </p:contentPart>
        </mc:Choice>
        <mc:Fallback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ED739436-F9E7-47F2-9F50-1D044B06DC7C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639738" y="509520"/>
                <a:ext cx="31248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8A849E06-AD2F-4C01-9FE7-DDDE81314F28}"/>
                  </a:ext>
                </a:extLst>
              </p14:cNvPr>
              <p14:cNvContentPartPr/>
              <p14:nvPr/>
            </p14:nvContentPartPr>
            <p14:xfrm>
              <a:off x="800298" y="631920"/>
              <a:ext cx="145800" cy="6120"/>
            </p14:xfrm>
          </p:contentPart>
        </mc:Choice>
        <mc:Fallback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8A849E06-AD2F-4C01-9FE7-DDDE81314F28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46658" y="524280"/>
                <a:ext cx="25344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6673F81A-3608-4B5C-AD91-AA05D17A90BB}"/>
                  </a:ext>
                </a:extLst>
              </p14:cNvPr>
              <p14:cNvContentPartPr/>
              <p14:nvPr/>
            </p14:nvContentPartPr>
            <p14:xfrm>
              <a:off x="1109538" y="611040"/>
              <a:ext cx="409320" cy="4032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6673F81A-3608-4B5C-AD91-AA05D17A90BB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055538" y="503400"/>
                <a:ext cx="516960" cy="25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6" name="Group 145">
            <a:extLst>
              <a:ext uri="{FF2B5EF4-FFF2-40B4-BE49-F238E27FC236}">
                <a16:creationId xmlns:a16="http://schemas.microsoft.com/office/drawing/2014/main" id="{64CE301A-D057-4A52-B852-60D56CA6E016}"/>
              </a:ext>
            </a:extLst>
          </p:cNvPr>
          <p:cNvGrpSpPr/>
          <p:nvPr/>
        </p:nvGrpSpPr>
        <p:grpSpPr>
          <a:xfrm>
            <a:off x="132867" y="1178316"/>
            <a:ext cx="1086480" cy="257760"/>
            <a:chOff x="132867" y="1178316"/>
            <a:chExt cx="1086480" cy="25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7A2F174-D73D-4725-A7D0-E538CC9C50BF}"/>
                    </a:ext>
                  </a:extLst>
                </p14:cNvPr>
                <p14:cNvContentPartPr/>
                <p14:nvPr/>
              </p14:nvContentPartPr>
              <p14:xfrm>
                <a:off x="132867" y="1211796"/>
                <a:ext cx="5040" cy="518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7A2F174-D73D-4725-A7D0-E538CC9C50B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28547" y="1207476"/>
                  <a:ext cx="136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F55E176-F9BF-478A-A4D5-834799F42498}"/>
                    </a:ext>
                  </a:extLst>
                </p14:cNvPr>
                <p14:cNvContentPartPr/>
                <p14:nvPr/>
              </p14:nvContentPartPr>
              <p14:xfrm>
                <a:off x="171387" y="1209996"/>
                <a:ext cx="49320" cy="496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F55E176-F9BF-478A-A4D5-834799F42498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67067" y="1205676"/>
                  <a:ext cx="579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CFDB150-D2B3-46A5-9789-9C83F84A31C5}"/>
                    </a:ext>
                  </a:extLst>
                </p14:cNvPr>
                <p14:cNvContentPartPr/>
                <p14:nvPr/>
              </p14:nvContentPartPr>
              <p14:xfrm>
                <a:off x="246987" y="1178316"/>
                <a:ext cx="311040" cy="878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CFDB150-D2B3-46A5-9789-9C83F84A31C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42667" y="1173996"/>
                  <a:ext cx="3196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AFBA9BD-CCE7-4A6E-9592-E72B3777DE26}"/>
                    </a:ext>
                  </a:extLst>
                </p14:cNvPr>
                <p14:cNvContentPartPr/>
                <p14:nvPr/>
              </p14:nvContentPartPr>
              <p14:xfrm>
                <a:off x="647307" y="1264716"/>
                <a:ext cx="5400" cy="140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AFBA9BD-CCE7-4A6E-9592-E72B3777DE26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38667" y="1256076"/>
                  <a:ext cx="230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D8E8DA1-961B-40B9-82FC-FA117602F1F4}"/>
                    </a:ext>
                  </a:extLst>
                </p14:cNvPr>
                <p14:cNvContentPartPr/>
                <p14:nvPr/>
              </p14:nvContentPartPr>
              <p14:xfrm>
                <a:off x="198027" y="1323036"/>
                <a:ext cx="83160" cy="655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D8E8DA1-961B-40B9-82FC-FA117602F1F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89027" y="1314036"/>
                  <a:ext cx="10080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9379A20-F5E2-4167-BC9E-3F732F292A39}"/>
                    </a:ext>
                  </a:extLst>
                </p14:cNvPr>
                <p14:cNvContentPartPr/>
                <p14:nvPr/>
              </p14:nvContentPartPr>
              <p14:xfrm>
                <a:off x="306747" y="1336356"/>
                <a:ext cx="4680" cy="453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9379A20-F5E2-4167-BC9E-3F732F292A3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97747" y="1327716"/>
                  <a:ext cx="223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E28A09B-5131-4E01-A57D-E1D8177B8023}"/>
                    </a:ext>
                  </a:extLst>
                </p14:cNvPr>
                <p14:cNvContentPartPr/>
                <p14:nvPr/>
              </p14:nvContentPartPr>
              <p14:xfrm>
                <a:off x="320067" y="1310796"/>
                <a:ext cx="5040" cy="104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E28A09B-5131-4E01-A57D-E1D8177B802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311067" y="1302156"/>
                  <a:ext cx="226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9C6DB4F-4702-48EA-B02F-C8DB8172B164}"/>
                    </a:ext>
                  </a:extLst>
                </p14:cNvPr>
                <p14:cNvContentPartPr/>
                <p14:nvPr/>
              </p14:nvContentPartPr>
              <p14:xfrm>
                <a:off x="334467" y="1335996"/>
                <a:ext cx="41760" cy="4932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9C6DB4F-4702-48EA-B02F-C8DB8172B164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25827" y="1326996"/>
                  <a:ext cx="5940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A0847F8-140D-4606-A5D8-A33E85268346}"/>
                    </a:ext>
                  </a:extLst>
                </p14:cNvPr>
                <p14:cNvContentPartPr/>
                <p14:nvPr/>
              </p14:nvContentPartPr>
              <p14:xfrm>
                <a:off x="399987" y="1316916"/>
                <a:ext cx="48960" cy="777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A0847F8-140D-4606-A5D8-A33E8526834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90987" y="1308276"/>
                  <a:ext cx="666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3F42370-9B5F-497A-8603-C2BF611E9F7D}"/>
                    </a:ext>
                  </a:extLst>
                </p14:cNvPr>
                <p14:cNvContentPartPr/>
                <p14:nvPr/>
              </p14:nvContentPartPr>
              <p14:xfrm>
                <a:off x="465867" y="1355076"/>
                <a:ext cx="43920" cy="4716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3F42370-9B5F-497A-8603-C2BF611E9F7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456867" y="1346436"/>
                  <a:ext cx="615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69821654-B416-4F13-9B78-F36C8F45BF5C}"/>
                    </a:ext>
                  </a:extLst>
                </p14:cNvPr>
                <p14:cNvContentPartPr/>
                <p14:nvPr/>
              </p14:nvContentPartPr>
              <p14:xfrm>
                <a:off x="521307" y="1338156"/>
                <a:ext cx="129240" cy="604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69821654-B416-4F13-9B78-F36C8F45BF5C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12307" y="1329516"/>
                  <a:ext cx="1468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C1B2965-DE84-47CC-A13D-0878B58AB1B9}"/>
                    </a:ext>
                  </a:extLst>
                </p14:cNvPr>
                <p14:cNvContentPartPr/>
                <p14:nvPr/>
              </p14:nvContentPartPr>
              <p14:xfrm>
                <a:off x="677907" y="1357956"/>
                <a:ext cx="3240" cy="1008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C1B2965-DE84-47CC-A13D-0878B58AB1B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69267" y="1348956"/>
                  <a:ext cx="2088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1D43FD7-251D-4148-AB45-AB6727F17F39}"/>
                    </a:ext>
                  </a:extLst>
                </p14:cNvPr>
                <p14:cNvContentPartPr/>
                <p14:nvPr/>
              </p14:nvContentPartPr>
              <p14:xfrm>
                <a:off x="705987" y="1310436"/>
                <a:ext cx="76680" cy="9432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1D43FD7-251D-4148-AB45-AB6727F17F3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97347" y="1301796"/>
                  <a:ext cx="943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6FDCA28-3AC5-4BB1-A211-ECA9045362CC}"/>
                    </a:ext>
                  </a:extLst>
                </p14:cNvPr>
                <p14:cNvContentPartPr/>
                <p14:nvPr/>
              </p14:nvContentPartPr>
              <p14:xfrm>
                <a:off x="799587" y="1379556"/>
                <a:ext cx="23400" cy="5652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6FDCA28-3AC5-4BB1-A211-ECA9045362C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90587" y="1370556"/>
                  <a:ext cx="410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EAEAF22-630E-43B7-94DA-27AD03FA12C8}"/>
                    </a:ext>
                  </a:extLst>
                </p14:cNvPr>
                <p14:cNvContentPartPr/>
                <p14:nvPr/>
              </p14:nvContentPartPr>
              <p14:xfrm>
                <a:off x="865107" y="1305396"/>
                <a:ext cx="95040" cy="946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EAEAF22-630E-43B7-94DA-27AD03FA12C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56467" y="1296756"/>
                  <a:ext cx="11268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429EDF90-18BA-43C8-93A7-DD640F44E248}"/>
                    </a:ext>
                  </a:extLst>
                </p14:cNvPr>
                <p14:cNvContentPartPr/>
                <p14:nvPr/>
              </p14:nvContentPartPr>
              <p14:xfrm>
                <a:off x="975267" y="1346436"/>
                <a:ext cx="43560" cy="568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429EDF90-18BA-43C8-93A7-DD640F44E248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66627" y="1337436"/>
                  <a:ext cx="612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B4ED8E39-8BFF-4814-B2C9-7A542C1926F5}"/>
                    </a:ext>
                  </a:extLst>
                </p14:cNvPr>
                <p14:cNvContentPartPr/>
                <p14:nvPr/>
              </p14:nvContentPartPr>
              <p14:xfrm>
                <a:off x="1038267" y="1341756"/>
                <a:ext cx="43560" cy="5472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B4ED8E39-8BFF-4814-B2C9-7A542C1926F5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29627" y="1333116"/>
                  <a:ext cx="612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0241D14-DF1B-4DD7-9A2F-86616E3E45B6}"/>
                    </a:ext>
                  </a:extLst>
                </p14:cNvPr>
                <p14:cNvContentPartPr/>
                <p14:nvPr/>
              </p14:nvContentPartPr>
              <p14:xfrm>
                <a:off x="1098747" y="1348956"/>
                <a:ext cx="50400" cy="4968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0241D14-DF1B-4DD7-9A2F-86616E3E45B6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90107" y="1340316"/>
                  <a:ext cx="6804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09B31B84-9E91-4347-A9B9-98FA31D357C1}"/>
                    </a:ext>
                  </a:extLst>
                </p14:cNvPr>
                <p14:cNvContentPartPr/>
                <p14:nvPr/>
              </p14:nvContentPartPr>
              <p14:xfrm>
                <a:off x="1164627" y="1344276"/>
                <a:ext cx="54720" cy="5868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09B31B84-9E91-4347-A9B9-98FA31D357C1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55987" y="1335276"/>
                  <a:ext cx="72360" cy="7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8B0F4981-F06B-423D-AFE6-75138795FD3A}"/>
              </a:ext>
            </a:extLst>
          </p:cNvPr>
          <p:cNvGrpSpPr/>
          <p:nvPr/>
        </p:nvGrpSpPr>
        <p:grpSpPr>
          <a:xfrm>
            <a:off x="266427" y="1494036"/>
            <a:ext cx="972000" cy="129960"/>
            <a:chOff x="266427" y="1494036"/>
            <a:chExt cx="972000" cy="12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8E6062A-FB40-4964-ACC3-7C4A4E48A43A}"/>
                    </a:ext>
                  </a:extLst>
                </p14:cNvPr>
                <p14:cNvContentPartPr/>
                <p14:nvPr/>
              </p14:nvContentPartPr>
              <p14:xfrm>
                <a:off x="266427" y="1503036"/>
                <a:ext cx="110520" cy="5796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8E6062A-FB40-4964-ACC3-7C4A4E48A43A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257787" y="1494396"/>
                  <a:ext cx="1281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8E5C84A7-A4BF-4CB7-8BDC-9CF54A73C990}"/>
                    </a:ext>
                  </a:extLst>
                </p14:cNvPr>
                <p14:cNvContentPartPr/>
                <p14:nvPr/>
              </p14:nvContentPartPr>
              <p14:xfrm>
                <a:off x="398547" y="1513476"/>
                <a:ext cx="52560" cy="417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8E5C84A7-A4BF-4CB7-8BDC-9CF54A73C99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89907" y="1504836"/>
                  <a:ext cx="702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56F3290F-44E5-4040-8195-C0EB8BB80E79}"/>
                    </a:ext>
                  </a:extLst>
                </p14:cNvPr>
                <p14:cNvContentPartPr/>
                <p14:nvPr/>
              </p14:nvContentPartPr>
              <p14:xfrm>
                <a:off x="489267" y="1506996"/>
                <a:ext cx="6480" cy="658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56F3290F-44E5-4040-8195-C0EB8BB80E7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80627" y="1497996"/>
                  <a:ext cx="241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B8246E3-AE64-4535-A4C1-60D3F8A74B64}"/>
                    </a:ext>
                  </a:extLst>
                </p14:cNvPr>
                <p14:cNvContentPartPr/>
                <p14:nvPr/>
              </p14:nvContentPartPr>
              <p14:xfrm>
                <a:off x="493587" y="1502316"/>
                <a:ext cx="71280" cy="7344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B8246E3-AE64-4535-A4C1-60D3F8A74B64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84587" y="1493676"/>
                  <a:ext cx="889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ABE09FA2-9C60-47C8-8ECF-30F66262AE05}"/>
                    </a:ext>
                  </a:extLst>
                </p14:cNvPr>
                <p14:cNvContentPartPr/>
                <p14:nvPr/>
              </p14:nvContentPartPr>
              <p14:xfrm>
                <a:off x="580347" y="1511316"/>
                <a:ext cx="6480" cy="644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ABE09FA2-9C60-47C8-8ECF-30F66262AE0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71347" y="1502316"/>
                  <a:ext cx="241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64C2F84D-B88C-4495-B34A-4DCAEC789974}"/>
                    </a:ext>
                  </a:extLst>
                </p14:cNvPr>
                <p14:cNvContentPartPr/>
                <p14:nvPr/>
              </p14:nvContentPartPr>
              <p14:xfrm>
                <a:off x="570987" y="1510236"/>
                <a:ext cx="75600" cy="669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64C2F84D-B88C-4495-B34A-4DCAEC789974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61987" y="1501236"/>
                  <a:ext cx="932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261AF1D-388C-41F5-B609-8F3812483C3A}"/>
                    </a:ext>
                  </a:extLst>
                </p14:cNvPr>
                <p14:cNvContentPartPr/>
                <p14:nvPr/>
              </p14:nvContentPartPr>
              <p14:xfrm>
                <a:off x="715347" y="1526436"/>
                <a:ext cx="57240" cy="5472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261AF1D-388C-41F5-B609-8F3812483C3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06347" y="1517796"/>
                  <a:ext cx="748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A70D17D-729D-4898-87FD-05630A7F07AE}"/>
                    </a:ext>
                  </a:extLst>
                </p14:cNvPr>
                <p14:cNvContentPartPr/>
                <p14:nvPr/>
              </p14:nvContentPartPr>
              <p14:xfrm>
                <a:off x="807507" y="1524636"/>
                <a:ext cx="57600" cy="864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A70D17D-729D-4898-87FD-05630A7F07A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98507" y="1515996"/>
                  <a:ext cx="752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A88403C-3C58-4598-8215-884489FB5821}"/>
                    </a:ext>
                  </a:extLst>
                </p14:cNvPr>
                <p14:cNvContentPartPr/>
                <p14:nvPr/>
              </p14:nvContentPartPr>
              <p14:xfrm>
                <a:off x="808947" y="1545516"/>
                <a:ext cx="52200" cy="64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A88403C-3C58-4598-8215-884489FB582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99947" y="1536876"/>
                  <a:ext cx="698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4D3D7867-A610-4317-A3EA-0999E21ACBA4}"/>
                    </a:ext>
                  </a:extLst>
                </p14:cNvPr>
                <p14:cNvContentPartPr/>
                <p14:nvPr/>
              </p14:nvContentPartPr>
              <p14:xfrm>
                <a:off x="908307" y="1514916"/>
                <a:ext cx="56520" cy="10656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4D3D7867-A610-4317-A3EA-0999E21ACBA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99307" y="1506276"/>
                  <a:ext cx="7416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F632B12-3F80-4083-9C52-78B84F2697CC}"/>
                    </a:ext>
                  </a:extLst>
                </p14:cNvPr>
                <p14:cNvContentPartPr/>
                <p14:nvPr/>
              </p14:nvContentPartPr>
              <p14:xfrm>
                <a:off x="972027" y="1542636"/>
                <a:ext cx="52200" cy="374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F632B12-3F80-4083-9C52-78B84F2697C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63387" y="1533996"/>
                  <a:ext cx="6984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B98339DC-F847-4D80-B4AC-C9ACC459188F}"/>
                    </a:ext>
                  </a:extLst>
                </p14:cNvPr>
                <p14:cNvContentPartPr/>
                <p14:nvPr/>
              </p14:nvContentPartPr>
              <p14:xfrm>
                <a:off x="1057347" y="1560276"/>
                <a:ext cx="12960" cy="3528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B98339DC-F847-4D80-B4AC-C9ACC459188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48347" y="1551276"/>
                  <a:ext cx="306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3580A41-EC94-41B9-8891-ADC5BE93B343}"/>
                    </a:ext>
                  </a:extLst>
                </p14:cNvPr>
                <p14:cNvContentPartPr/>
                <p14:nvPr/>
              </p14:nvContentPartPr>
              <p14:xfrm>
                <a:off x="1109907" y="1532556"/>
                <a:ext cx="46440" cy="8172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3580A41-EC94-41B9-8891-ADC5BE93B343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100907" y="1523916"/>
                  <a:ext cx="6408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2F9B8BFC-8438-4C9D-B967-A2FBFF33F2D5}"/>
                    </a:ext>
                  </a:extLst>
                </p14:cNvPr>
                <p14:cNvContentPartPr/>
                <p14:nvPr/>
              </p14:nvContentPartPr>
              <p14:xfrm>
                <a:off x="1197027" y="1494036"/>
                <a:ext cx="41400" cy="12996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2F9B8BFC-8438-4C9D-B967-A2FBFF33F2D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188027" y="1485036"/>
                  <a:ext cx="59040" cy="1476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63" name="Picture 162">
            <a:extLst>
              <a:ext uri="{FF2B5EF4-FFF2-40B4-BE49-F238E27FC236}">
                <a16:creationId xmlns:a16="http://schemas.microsoft.com/office/drawing/2014/main" id="{7CFE797B-4D61-4315-AE9D-49181078956C}"/>
              </a:ext>
            </a:extLst>
          </p:cNvPr>
          <p:cNvPicPr>
            <a:picLocks noChangeAspect="1"/>
          </p:cNvPicPr>
          <p:nvPr/>
        </p:nvPicPr>
        <p:blipFill>
          <a:blip r:embed="rId254">
            <a:extLst>
              <a:ext uri="{BEBA8EAE-BF5A-486C-A8C5-ECC9F3942E4B}">
                <a14:imgProps xmlns:a14="http://schemas.microsoft.com/office/drawing/2010/main">
                  <a14:imgLayer r:embed="rId25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277" y="3171678"/>
            <a:ext cx="2185349" cy="21538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75428A53-057C-4AB2-820F-C55E44A95EDD}"/>
                  </a:ext>
                </a:extLst>
              </p14:cNvPr>
              <p14:cNvContentPartPr/>
              <p14:nvPr/>
            </p14:nvContentPartPr>
            <p14:xfrm>
              <a:off x="1022898" y="1781813"/>
              <a:ext cx="10080" cy="540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75428A53-057C-4AB2-820F-C55E44A95ED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14258" y="1773173"/>
                <a:ext cx="27720" cy="23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1" name="Group 190">
            <a:extLst>
              <a:ext uri="{FF2B5EF4-FFF2-40B4-BE49-F238E27FC236}">
                <a16:creationId xmlns:a16="http://schemas.microsoft.com/office/drawing/2014/main" id="{CF87A377-3218-4ABF-B406-58AF50CCD09D}"/>
              </a:ext>
            </a:extLst>
          </p:cNvPr>
          <p:cNvGrpSpPr/>
          <p:nvPr/>
        </p:nvGrpSpPr>
        <p:grpSpPr>
          <a:xfrm>
            <a:off x="388578" y="1852013"/>
            <a:ext cx="1764000" cy="603000"/>
            <a:chOff x="388578" y="1852013"/>
            <a:chExt cx="1764000" cy="603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8AE8ADA-7006-4E61-B375-60B0992CD11A}"/>
                    </a:ext>
                  </a:extLst>
                </p14:cNvPr>
                <p14:cNvContentPartPr/>
                <p14:nvPr/>
              </p14:nvContentPartPr>
              <p14:xfrm>
                <a:off x="390378" y="1967573"/>
                <a:ext cx="15120" cy="25560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8AE8ADA-7006-4E61-B375-60B0992CD11A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381378" y="1958573"/>
                  <a:ext cx="3276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C08B96A-FDA2-4FCC-9E3D-15DEC4CA28EF}"/>
                    </a:ext>
                  </a:extLst>
                </p14:cNvPr>
                <p14:cNvContentPartPr/>
                <p14:nvPr/>
              </p14:nvContentPartPr>
              <p14:xfrm>
                <a:off x="388578" y="1852013"/>
                <a:ext cx="708840" cy="60300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C08B96A-FDA2-4FCC-9E3D-15DEC4CA28EF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379578" y="1843373"/>
                  <a:ext cx="72648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25089B7A-0D94-4C66-90F4-FB2C97D13B3D}"/>
                    </a:ext>
                  </a:extLst>
                </p14:cNvPr>
                <p14:cNvContentPartPr/>
                <p14:nvPr/>
              </p14:nvContentPartPr>
              <p14:xfrm>
                <a:off x="501618" y="2309213"/>
                <a:ext cx="78840" cy="122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25089B7A-0D94-4C66-90F4-FB2C97D13B3D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492978" y="2300213"/>
                  <a:ext cx="964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38BEBC9-2487-4CD9-A49D-4E0C5B48882D}"/>
                    </a:ext>
                  </a:extLst>
                </p14:cNvPr>
                <p14:cNvContentPartPr/>
                <p14:nvPr/>
              </p14:nvContentPartPr>
              <p14:xfrm>
                <a:off x="443298" y="2273573"/>
                <a:ext cx="170280" cy="8352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38BEBC9-2487-4CD9-A49D-4E0C5B48882D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434298" y="2264933"/>
                  <a:ext cx="18792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E580B896-4946-4E69-A4B9-E2353DD7805F}"/>
                    </a:ext>
                  </a:extLst>
                </p14:cNvPr>
                <p14:cNvContentPartPr/>
                <p14:nvPr/>
              </p14:nvContentPartPr>
              <p14:xfrm>
                <a:off x="547698" y="2004653"/>
                <a:ext cx="759600" cy="30096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E580B896-4946-4E69-A4B9-E2353DD7805F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539058" y="1995653"/>
                  <a:ext cx="77724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A0CF0EC-0B43-4E1A-AAD8-2950C7E7C02E}"/>
                    </a:ext>
                  </a:extLst>
                </p14:cNvPr>
                <p14:cNvContentPartPr/>
                <p14:nvPr/>
              </p14:nvContentPartPr>
              <p14:xfrm>
                <a:off x="1354818" y="2011493"/>
                <a:ext cx="7200" cy="493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A0CF0EC-0B43-4E1A-AAD8-2950C7E7C02E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346178" y="2002493"/>
                  <a:ext cx="248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56AA440-82AC-43E5-B792-C2C4863D1EAF}"/>
                    </a:ext>
                  </a:extLst>
                </p14:cNvPr>
                <p14:cNvContentPartPr/>
                <p14:nvPr/>
              </p14:nvContentPartPr>
              <p14:xfrm>
                <a:off x="1360218" y="1965053"/>
                <a:ext cx="15120" cy="162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56AA440-82AC-43E5-B792-C2C4863D1EAF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351218" y="1956053"/>
                  <a:ext cx="327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BCE3D1C-D4E1-46EC-A06F-04DECE35A968}"/>
                    </a:ext>
                  </a:extLst>
                </p14:cNvPr>
                <p14:cNvContentPartPr/>
                <p14:nvPr/>
              </p14:nvContentPartPr>
              <p14:xfrm>
                <a:off x="1384338" y="1964333"/>
                <a:ext cx="15840" cy="838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BCE3D1C-D4E1-46EC-A06F-04DECE35A968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1375338" y="1955333"/>
                  <a:ext cx="334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615920C-4A2D-4220-8309-C455E07F7987}"/>
                    </a:ext>
                  </a:extLst>
                </p14:cNvPr>
                <p14:cNvContentPartPr/>
                <p14:nvPr/>
              </p14:nvContentPartPr>
              <p14:xfrm>
                <a:off x="1359498" y="2006813"/>
                <a:ext cx="60840" cy="648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615920C-4A2D-4220-8309-C455E07F798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350498" y="1997813"/>
                  <a:ext cx="784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9B7CB59-F0A8-4BF3-8E94-E8A565B7F2D1}"/>
                    </a:ext>
                  </a:extLst>
                </p14:cNvPr>
                <p14:cNvContentPartPr/>
                <p14:nvPr/>
              </p14:nvContentPartPr>
              <p14:xfrm>
                <a:off x="1457778" y="1992413"/>
                <a:ext cx="72360" cy="3492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9B7CB59-F0A8-4BF3-8E94-E8A565B7F2D1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448778" y="1983413"/>
                  <a:ext cx="900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AF24EAD-79B0-4EC0-83A2-48464C229952}"/>
                    </a:ext>
                  </a:extLst>
                </p14:cNvPr>
                <p14:cNvContentPartPr/>
                <p14:nvPr/>
              </p14:nvContentPartPr>
              <p14:xfrm>
                <a:off x="1564698" y="1986653"/>
                <a:ext cx="19080" cy="3780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AF24EAD-79B0-4EC0-83A2-48464C229952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556058" y="1977653"/>
                  <a:ext cx="3672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DA761E6-BC3F-4CD4-82A8-090F6EACA254}"/>
                    </a:ext>
                  </a:extLst>
                </p14:cNvPr>
                <p14:cNvContentPartPr/>
                <p14:nvPr/>
              </p14:nvContentPartPr>
              <p14:xfrm>
                <a:off x="1579098" y="1930493"/>
                <a:ext cx="9360" cy="1332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DA761E6-BC3F-4CD4-82A8-090F6EACA25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570458" y="1921493"/>
                  <a:ext cx="270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5110E62-5BE2-4C0D-9576-4A93818B32A8}"/>
                    </a:ext>
                  </a:extLst>
                </p14:cNvPr>
                <p14:cNvContentPartPr/>
                <p14:nvPr/>
              </p14:nvContentPartPr>
              <p14:xfrm>
                <a:off x="1608618" y="1932293"/>
                <a:ext cx="38880" cy="957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5110E62-5BE2-4C0D-9576-4A93818B32A8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599978" y="1923293"/>
                  <a:ext cx="565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2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2A6C6DD-F7F0-4417-97D0-C15B2FAEAC37}"/>
                    </a:ext>
                  </a:extLst>
                </p14:cNvPr>
                <p14:cNvContentPartPr/>
                <p14:nvPr/>
              </p14:nvContentPartPr>
              <p14:xfrm>
                <a:off x="1684218" y="1904213"/>
                <a:ext cx="349920" cy="1044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2A6C6DD-F7F0-4417-97D0-C15B2FAEAC37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675578" y="1895213"/>
                  <a:ext cx="3675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14BBCAA-7DBE-4C2C-BE1D-A7D14A38E193}"/>
                    </a:ext>
                  </a:extLst>
                </p14:cNvPr>
                <p14:cNvContentPartPr/>
                <p14:nvPr/>
              </p14:nvContentPartPr>
              <p14:xfrm>
                <a:off x="1331418" y="2146493"/>
                <a:ext cx="146520" cy="5580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14BBCAA-7DBE-4C2C-BE1D-A7D14A38E19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322418" y="2137493"/>
                  <a:ext cx="1641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BEA5A56F-C693-4E47-8AED-2501130E0DD9}"/>
                    </a:ext>
                  </a:extLst>
                </p14:cNvPr>
                <p14:cNvContentPartPr/>
                <p14:nvPr/>
              </p14:nvContentPartPr>
              <p14:xfrm>
                <a:off x="1506738" y="2088893"/>
                <a:ext cx="158040" cy="11052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BEA5A56F-C693-4E47-8AED-2501130E0DD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497738" y="2080253"/>
                  <a:ext cx="1756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D8AC155-3378-410E-91DF-C249BA5EEDCC}"/>
                    </a:ext>
                  </a:extLst>
                </p14:cNvPr>
                <p14:cNvContentPartPr/>
                <p14:nvPr/>
              </p14:nvContentPartPr>
              <p14:xfrm>
                <a:off x="1593138" y="2128493"/>
                <a:ext cx="74160" cy="900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D8AC155-3378-410E-91DF-C249BA5EEDC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584138" y="2119853"/>
                  <a:ext cx="918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D1E3ABC-ACA3-4A51-9D86-3DBF1D6CE429}"/>
                    </a:ext>
                  </a:extLst>
                </p14:cNvPr>
                <p14:cNvContentPartPr/>
                <p14:nvPr/>
              </p14:nvContentPartPr>
              <p14:xfrm>
                <a:off x="1674858" y="2075933"/>
                <a:ext cx="198360" cy="961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D1E3ABC-ACA3-4A51-9D86-3DBF1D6CE429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666218" y="2066933"/>
                  <a:ext cx="21600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F4B4E22-D705-4689-94B0-F818889806C2}"/>
                    </a:ext>
                  </a:extLst>
                </p14:cNvPr>
                <p14:cNvContentPartPr/>
                <p14:nvPr/>
              </p14:nvContentPartPr>
              <p14:xfrm>
                <a:off x="1850178" y="2096093"/>
                <a:ext cx="48960" cy="1044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EF4B4E22-D705-4689-94B0-F818889806C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841538" y="2087093"/>
                  <a:ext cx="666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F69C63AF-94C1-483F-925E-C7277DFFA8C6}"/>
                    </a:ext>
                  </a:extLst>
                </p14:cNvPr>
                <p14:cNvContentPartPr/>
                <p14:nvPr/>
              </p14:nvContentPartPr>
              <p14:xfrm>
                <a:off x="1903098" y="2087813"/>
                <a:ext cx="56520" cy="6552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F69C63AF-94C1-483F-925E-C7277DFFA8C6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894098" y="2079173"/>
                  <a:ext cx="741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E0D89D1-D3D1-470D-8697-1955133D1C20}"/>
                    </a:ext>
                  </a:extLst>
                </p14:cNvPr>
                <p14:cNvContentPartPr/>
                <p14:nvPr/>
              </p14:nvContentPartPr>
              <p14:xfrm>
                <a:off x="1967898" y="2091413"/>
                <a:ext cx="48960" cy="5040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E0D89D1-D3D1-470D-8697-1955133D1C2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958898" y="2082413"/>
                  <a:ext cx="6660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0C6C1314-B845-4C9F-9FD7-522583223DF1}"/>
                    </a:ext>
                  </a:extLst>
                </p14:cNvPr>
                <p14:cNvContentPartPr/>
                <p14:nvPr/>
              </p14:nvContentPartPr>
              <p14:xfrm>
                <a:off x="2028018" y="2082053"/>
                <a:ext cx="124560" cy="590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0C6C1314-B845-4C9F-9FD7-522583223DF1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019378" y="2073053"/>
                  <a:ext cx="1422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7214E34B-EF85-4645-A928-7569EAEC1530}"/>
                    </a:ext>
                  </a:extLst>
                </p14:cNvPr>
                <p14:cNvContentPartPr/>
                <p14:nvPr/>
              </p14:nvContentPartPr>
              <p14:xfrm>
                <a:off x="1270218" y="2209853"/>
                <a:ext cx="597600" cy="1263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7214E34B-EF85-4645-A928-7569EAEC153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1261218" y="2201213"/>
                  <a:ext cx="6152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EF00E4A-B719-4736-AD4E-4F4F95BB66C5}"/>
                    </a:ext>
                  </a:extLst>
                </p14:cNvPr>
                <p14:cNvContentPartPr/>
                <p14:nvPr/>
              </p14:nvContentPartPr>
              <p14:xfrm>
                <a:off x="1927938" y="2259533"/>
                <a:ext cx="10800" cy="792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EF00E4A-B719-4736-AD4E-4F4F95BB66C5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919298" y="2250533"/>
                  <a:ext cx="28440" cy="25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95" name="TextBox 194">
            <a:extLst>
              <a:ext uri="{FF2B5EF4-FFF2-40B4-BE49-F238E27FC236}">
                <a16:creationId xmlns:a16="http://schemas.microsoft.com/office/drawing/2014/main" id="{409EB23C-9E16-4B13-89C9-705895E2B251}"/>
              </a:ext>
            </a:extLst>
          </p:cNvPr>
          <p:cNvSpPr txBox="1"/>
          <p:nvPr/>
        </p:nvSpPr>
        <p:spPr>
          <a:xfrm>
            <a:off x="2335227" y="129000"/>
            <a:ext cx="959539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Windows.h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&lt;iostream&gt;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&lt;chrono&gt;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&lt;thread&gt;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&lt;string&gt;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#include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conio.h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using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namespace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std;</a:t>
            </a: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setCursorToPosition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COORD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c;</a:t>
            </a: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c.X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x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c.Y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SetConsoleCursorPosition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GetStdHandle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STD_OUTPUT_HANDLE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), c);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bool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isVirtualKeyPressed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virtKey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GetAsyncKeyState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8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virtKey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 &amp;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0x8000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801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0E36F6-0CBB-4BF2-A723-B85C713DD004}"/>
              </a:ext>
            </a:extLst>
          </p:cNvPr>
          <p:cNvSpPr txBox="1"/>
          <p:nvPr/>
        </p:nvSpPr>
        <p:spPr>
          <a:xfrm>
            <a:off x="515007" y="357352"/>
            <a:ext cx="9186041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moveX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0;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moveY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0;</a:t>
            </a:r>
          </a:p>
          <a:p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string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message=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aayush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true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){</a:t>
            </a: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GetAsyncKeyState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VK_LEFT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)){</a:t>
            </a:r>
          </a:p>
          <a:p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moveX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GetAsyncKeyState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VK_RIGHT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 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++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moveX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GetAsyncKeyState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VK_DOWN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 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++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moveY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GetAsyncKeyState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VK_UP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 {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--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moveY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GetAsyncKeyState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VK_ESCAPE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)) {</a:t>
            </a: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break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/*if (_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kbhit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 {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char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= _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getche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 += </a:t>
            </a:r>
            <a:r>
              <a:rPr lang="en-US" sz="14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}*/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this_thread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::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sleep_for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(chrono::</a:t>
            </a:r>
            <a:r>
              <a:rPr lang="en-US" sz="14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milliseconds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(6));</a:t>
            </a:r>
          </a:p>
          <a:p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LockWindowUpdate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GetConsoleWindow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system(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dirty="0" err="1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cls</a:t>
            </a:r>
            <a:r>
              <a:rPr lang="en-US" sz="14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setCursorToPosition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10+moveX,10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+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moveY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4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message;</a:t>
            </a:r>
          </a:p>
          <a:p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LockWindowUpdate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4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NULL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</a:p>
          <a:p>
            <a:r>
              <a:rPr lang="en-US" sz="1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0;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6998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245</Words>
  <Application>Microsoft Office PowerPoint</Application>
  <PresentationFormat>Widescreen</PresentationFormat>
  <Paragraphs>49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Cascadia Mono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Lenovo</cp:lastModifiedBy>
  <cp:revision>4</cp:revision>
  <dcterms:created xsi:type="dcterms:W3CDTF">2025-11-30T05:20:30Z</dcterms:created>
  <dcterms:modified xsi:type="dcterms:W3CDTF">2025-11-30T07:16:13Z</dcterms:modified>
</cp:coreProperties>
</file>